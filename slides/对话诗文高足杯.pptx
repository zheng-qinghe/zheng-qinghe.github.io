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45272A-D211-4443-A2D9-B5151FF8EDBB}" v="40" dt="2024-05-15T02:26:22.259"/>
    <p1510:client id="{62191895-C015-44F2-89DE-00CBF2BA4F06}" v="1437" dt="2024-05-15T03:03:37.4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ppy tudou" userId="00fe0d76a8c86db4" providerId="LiveId" clId="{3145272A-D211-4443-A2D9-B5151FF8EDBB}"/>
    <pc:docChg chg="undo custSel modSld">
      <pc:chgData name="happy tudou" userId="00fe0d76a8c86db4" providerId="LiveId" clId="{3145272A-D211-4443-A2D9-B5151FF8EDBB}" dt="2024-05-15T02:26:22.259" v="39" actId="1076"/>
      <pc:docMkLst>
        <pc:docMk/>
      </pc:docMkLst>
      <pc:sldChg chg="addSp delSp modSp">
        <pc:chgData name="happy tudou" userId="00fe0d76a8c86db4" providerId="LiveId" clId="{3145272A-D211-4443-A2D9-B5151FF8EDBB}" dt="2024-05-15T00:46:00.021" v="15" actId="14100"/>
        <pc:sldMkLst>
          <pc:docMk/>
          <pc:sldMk cId="3860301348" sldId="256"/>
        </pc:sldMkLst>
        <pc:spChg chg="mod">
          <ac:chgData name="happy tudou" userId="00fe0d76a8c86db4" providerId="LiveId" clId="{3145272A-D211-4443-A2D9-B5151FF8EDBB}" dt="2024-05-15T00:41:55.794" v="9" actId="26606"/>
          <ac:spMkLst>
            <pc:docMk/>
            <pc:sldMk cId="3860301348" sldId="256"/>
            <ac:spMk id="2" creationId="{F917C446-91E9-D922-3181-59152D91C285}"/>
          </ac:spMkLst>
        </pc:spChg>
        <pc:spChg chg="mod">
          <ac:chgData name="happy tudou" userId="00fe0d76a8c86db4" providerId="LiveId" clId="{3145272A-D211-4443-A2D9-B5151FF8EDBB}" dt="2024-05-15T00:41:55.794" v="9" actId="26606"/>
          <ac:spMkLst>
            <pc:docMk/>
            <pc:sldMk cId="3860301348" sldId="256"/>
            <ac:spMk id="3" creationId="{746FE9CF-B004-961E-296D-37D647FF0A88}"/>
          </ac:spMkLst>
        </pc:spChg>
        <pc:spChg chg="del">
          <ac:chgData name="happy tudou" userId="00fe0d76a8c86db4" providerId="LiveId" clId="{3145272A-D211-4443-A2D9-B5151FF8EDBB}" dt="2024-05-15T00:41:55.794" v="9" actId="26606"/>
          <ac:spMkLst>
            <pc:docMk/>
            <pc:sldMk cId="3860301348" sldId="256"/>
            <ac:spMk id="21" creationId="{D1520B01-A2E4-41C2-8A8F-7683F250890E}"/>
          </ac:spMkLst>
        </pc:spChg>
        <pc:spChg chg="add">
          <ac:chgData name="happy tudou" userId="00fe0d76a8c86db4" providerId="LiveId" clId="{3145272A-D211-4443-A2D9-B5151FF8EDBB}" dt="2024-05-15T00:41:55.794" v="9" actId="26606"/>
          <ac:spMkLst>
            <pc:docMk/>
            <pc:sldMk cId="3860301348" sldId="256"/>
            <ac:spMk id="34" creationId="{D880886B-02ED-4317-9236-CB60C22CF7F3}"/>
          </ac:spMkLst>
        </pc:spChg>
        <pc:spChg chg="add">
          <ac:chgData name="happy tudou" userId="00fe0d76a8c86db4" providerId="LiveId" clId="{3145272A-D211-4443-A2D9-B5151FF8EDBB}" dt="2024-05-15T00:41:55.794" v="9" actId="26606"/>
          <ac:spMkLst>
            <pc:docMk/>
            <pc:sldMk cId="3860301348" sldId="256"/>
            <ac:spMk id="35" creationId="{28C31856-6ABF-41FD-B683-B06E5FFF926B}"/>
          </ac:spMkLst>
        </pc:spChg>
        <pc:grpChg chg="del">
          <ac:chgData name="happy tudou" userId="00fe0d76a8c86db4" providerId="LiveId" clId="{3145272A-D211-4443-A2D9-B5151FF8EDBB}" dt="2024-05-15T00:41:55.794" v="9" actId="26606"/>
          <ac:grpSpMkLst>
            <pc:docMk/>
            <pc:sldMk cId="3860301348" sldId="256"/>
            <ac:grpSpMk id="22" creationId="{56AA1647-0DA6-4A17-B3E1-95D61BD54714}"/>
          </ac:grpSpMkLst>
        </pc:grpChg>
        <pc:grpChg chg="del">
          <ac:chgData name="happy tudou" userId="00fe0d76a8c86db4" providerId="LiveId" clId="{3145272A-D211-4443-A2D9-B5151FF8EDBB}" dt="2024-05-15T00:41:55.794" v="9" actId="26606"/>
          <ac:grpSpMkLst>
            <pc:docMk/>
            <pc:sldMk cId="3860301348" sldId="256"/>
            <ac:grpSpMk id="25" creationId="{1F634C0A-A487-42AF-8DFD-4DAD62FE92BF}"/>
          </ac:grpSpMkLst>
        </pc:grpChg>
        <pc:grpChg chg="del">
          <ac:chgData name="happy tudou" userId="00fe0d76a8c86db4" providerId="LiveId" clId="{3145272A-D211-4443-A2D9-B5151FF8EDBB}" dt="2024-05-15T00:41:55.794" v="9" actId="26606"/>
          <ac:grpSpMkLst>
            <pc:docMk/>
            <pc:sldMk cId="3860301348" sldId="256"/>
            <ac:grpSpMk id="26" creationId="{08D20F07-CD49-4F17-BC00-9429DA80C502}"/>
          </ac:grpSpMkLst>
        </pc:grpChg>
        <pc:grpChg chg="del">
          <ac:chgData name="happy tudou" userId="00fe0d76a8c86db4" providerId="LiveId" clId="{3145272A-D211-4443-A2D9-B5151FF8EDBB}" dt="2024-05-15T00:41:55.794" v="9" actId="26606"/>
          <ac:grpSpMkLst>
            <pc:docMk/>
            <pc:sldMk cId="3860301348" sldId="256"/>
            <ac:grpSpMk id="31" creationId="{066EE5A2-0D35-4D6A-A5C7-1CA91F740684}"/>
          </ac:grpSpMkLst>
        </pc:grpChg>
        <pc:picChg chg="add del mod">
          <ac:chgData name="happy tudou" userId="00fe0d76a8c86db4" providerId="LiveId" clId="{3145272A-D211-4443-A2D9-B5151FF8EDBB}" dt="2024-05-15T00:41:01.333" v="7" actId="478"/>
          <ac:picMkLst>
            <pc:docMk/>
            <pc:sldMk cId="3860301348" sldId="256"/>
            <ac:picMk id="6" creationId="{C9ABCEE7-28CA-CA5A-FBD7-3F7D3E43D86F}"/>
          </ac:picMkLst>
        </pc:picChg>
        <pc:picChg chg="mod">
          <ac:chgData name="happy tudou" userId="00fe0d76a8c86db4" providerId="LiveId" clId="{3145272A-D211-4443-A2D9-B5151FF8EDBB}" dt="2024-05-15T00:41:55.794" v="9" actId="26606"/>
          <ac:picMkLst>
            <pc:docMk/>
            <pc:sldMk cId="3860301348" sldId="256"/>
            <ac:picMk id="7" creationId="{C1F36E24-1399-0A68-EF7B-0D70606C176A}"/>
          </ac:picMkLst>
        </pc:picChg>
        <pc:picChg chg="add del mod">
          <ac:chgData name="happy tudou" userId="00fe0d76a8c86db4" providerId="LiveId" clId="{3145272A-D211-4443-A2D9-B5151FF8EDBB}" dt="2024-05-15T00:41:58.436" v="10" actId="22"/>
          <ac:picMkLst>
            <pc:docMk/>
            <pc:sldMk cId="3860301348" sldId="256"/>
            <ac:picMk id="8" creationId="{31364B19-8813-6F54-10ED-411466532F47}"/>
          </ac:picMkLst>
        </pc:picChg>
        <pc:picChg chg="add mod">
          <ac:chgData name="happy tudou" userId="00fe0d76a8c86db4" providerId="LiveId" clId="{3145272A-D211-4443-A2D9-B5151FF8EDBB}" dt="2024-05-15T00:46:00.021" v="15" actId="14100"/>
          <ac:picMkLst>
            <pc:docMk/>
            <pc:sldMk cId="3860301348" sldId="256"/>
            <ac:picMk id="9" creationId="{77E3E35C-9B5E-8F01-1123-FAA67BFEBDD9}"/>
          </ac:picMkLst>
        </pc:picChg>
      </pc:sldChg>
      <pc:sldChg chg="addSp delSp modSp">
        <pc:chgData name="happy tudou" userId="00fe0d76a8c86db4" providerId="LiveId" clId="{3145272A-D211-4443-A2D9-B5151FF8EDBB}" dt="2024-05-15T00:49:51.021" v="30" actId="931"/>
        <pc:sldMkLst>
          <pc:docMk/>
          <pc:sldMk cId="1957541512" sldId="257"/>
        </pc:sldMkLst>
        <pc:spChg chg="del">
          <ac:chgData name="happy tudou" userId="00fe0d76a8c86db4" providerId="LiveId" clId="{3145272A-D211-4443-A2D9-B5151FF8EDBB}" dt="2024-05-15T00:46:11.275" v="16" actId="931"/>
          <ac:spMkLst>
            <pc:docMk/>
            <pc:sldMk cId="1957541512" sldId="257"/>
            <ac:spMk id="3" creationId="{9338F9DF-CA87-DFFB-D7C1-67E7A43A752A}"/>
          </ac:spMkLst>
        </pc:spChg>
        <pc:spChg chg="add del mod">
          <ac:chgData name="happy tudou" userId="00fe0d76a8c86db4" providerId="LiveId" clId="{3145272A-D211-4443-A2D9-B5151FF8EDBB}" dt="2024-05-15T00:49:51.021" v="30" actId="931"/>
          <ac:spMkLst>
            <pc:docMk/>
            <pc:sldMk cId="1957541512" sldId="257"/>
            <ac:spMk id="6" creationId="{8720AC91-0F33-207B-0B92-8B29A0240498}"/>
          </ac:spMkLst>
        </pc:spChg>
        <pc:picChg chg="add del mod ord">
          <ac:chgData name="happy tudou" userId="00fe0d76a8c86db4" providerId="LiveId" clId="{3145272A-D211-4443-A2D9-B5151FF8EDBB}" dt="2024-05-15T00:49:21.479" v="29" actId="478"/>
          <ac:picMkLst>
            <pc:docMk/>
            <pc:sldMk cId="1957541512" sldId="257"/>
            <ac:picMk id="4" creationId="{32B368EA-8ADA-D213-BB5F-63CD17731C27}"/>
          </ac:picMkLst>
        </pc:picChg>
        <pc:picChg chg="add mod ord">
          <ac:chgData name="happy tudou" userId="00fe0d76a8c86db4" providerId="LiveId" clId="{3145272A-D211-4443-A2D9-B5151FF8EDBB}" dt="2024-05-15T00:49:51.021" v="30" actId="931"/>
          <ac:picMkLst>
            <pc:docMk/>
            <pc:sldMk cId="1957541512" sldId="257"/>
            <ac:picMk id="7" creationId="{6F106794-FC67-CA8D-F63B-2F0AFE31EFCD}"/>
          </ac:picMkLst>
        </pc:picChg>
      </pc:sldChg>
      <pc:sldChg chg="addSp delSp modSp">
        <pc:chgData name="happy tudou" userId="00fe0d76a8c86db4" providerId="LiveId" clId="{3145272A-D211-4443-A2D9-B5151FF8EDBB}" dt="2024-05-15T01:38:16.778" v="33" actId="14100"/>
        <pc:sldMkLst>
          <pc:docMk/>
          <pc:sldMk cId="482076075" sldId="259"/>
        </pc:sldMkLst>
        <pc:spChg chg="del">
          <ac:chgData name="happy tudou" userId="00fe0d76a8c86db4" providerId="LiveId" clId="{3145272A-D211-4443-A2D9-B5151FF8EDBB}" dt="2024-05-15T01:37:31.831" v="31" actId="931"/>
          <ac:spMkLst>
            <pc:docMk/>
            <pc:sldMk cId="482076075" sldId="259"/>
            <ac:spMk id="3" creationId="{90D05B47-5587-168B-86A1-A6E3E08BEFB2}"/>
          </ac:spMkLst>
        </pc:spChg>
        <pc:picChg chg="add mod ord">
          <ac:chgData name="happy tudou" userId="00fe0d76a8c86db4" providerId="LiveId" clId="{3145272A-D211-4443-A2D9-B5151FF8EDBB}" dt="2024-05-15T01:38:16.778" v="33" actId="14100"/>
          <ac:picMkLst>
            <pc:docMk/>
            <pc:sldMk cId="482076075" sldId="259"/>
            <ac:picMk id="4" creationId="{10317040-4B74-C210-1174-64F2BBED7C56}"/>
          </ac:picMkLst>
        </pc:picChg>
        <pc:picChg chg="add mod">
          <ac:chgData name="happy tudou" userId="00fe0d76a8c86db4" providerId="LiveId" clId="{3145272A-D211-4443-A2D9-B5151FF8EDBB}" dt="2024-05-15T01:38:16.778" v="33" actId="14100"/>
          <ac:picMkLst>
            <pc:docMk/>
            <pc:sldMk cId="482076075" sldId="259"/>
            <ac:picMk id="5" creationId="{161C92E0-A22E-7EF4-3B01-C22654F9F9C3}"/>
          </ac:picMkLst>
        </pc:picChg>
      </pc:sldChg>
      <pc:sldChg chg="addSp modSp">
        <pc:chgData name="happy tudou" userId="00fe0d76a8c86db4" providerId="LiveId" clId="{3145272A-D211-4443-A2D9-B5151FF8EDBB}" dt="2024-05-15T02:26:22.259" v="39" actId="1076"/>
        <pc:sldMkLst>
          <pc:docMk/>
          <pc:sldMk cId="2014329804" sldId="260"/>
        </pc:sldMkLst>
        <pc:picChg chg="add mod">
          <ac:chgData name="happy tudou" userId="00fe0d76a8c86db4" providerId="LiveId" clId="{3145272A-D211-4443-A2D9-B5151FF8EDBB}" dt="2024-05-15T02:26:22.259" v="39" actId="1076"/>
          <ac:picMkLst>
            <pc:docMk/>
            <pc:sldMk cId="2014329804" sldId="260"/>
            <ac:picMk id="6" creationId="{BE53DF94-B34C-F408-8071-2480ED78186A}"/>
          </ac:picMkLst>
        </pc:picChg>
      </pc:sldChg>
      <pc:sldChg chg="addSp">
        <pc:chgData name="happy tudou" userId="00fe0d76a8c86db4" providerId="LiveId" clId="{3145272A-D211-4443-A2D9-B5151FF8EDBB}" dt="2024-05-15T02:01:46.093" v="34" actId="22"/>
        <pc:sldMkLst>
          <pc:docMk/>
          <pc:sldMk cId="268085705" sldId="261"/>
        </pc:sldMkLst>
        <pc:picChg chg="add">
          <ac:chgData name="happy tudou" userId="00fe0d76a8c86db4" providerId="LiveId" clId="{3145272A-D211-4443-A2D9-B5151FF8EDBB}" dt="2024-05-15T02:01:46.093" v="34" actId="22"/>
          <ac:picMkLst>
            <pc:docMk/>
            <pc:sldMk cId="268085705" sldId="261"/>
            <ac:picMk id="4" creationId="{7BCFA279-FB22-3B9B-FF92-112EADFB692D}"/>
          </ac:picMkLst>
        </pc:picChg>
      </pc:sldChg>
    </pc:docChg>
  </pc:docChgLst>
  <pc:docChgLst>
    <pc:chgData name="happy tudou" userId="00fe0d76a8c86db4" providerId="LiveId" clId="{62191895-C015-44F2-89DE-00CBF2BA4F06}"/>
    <pc:docChg chg="undo redo custSel addSld delSld modSld">
      <pc:chgData name="happy tudou" userId="00fe0d76a8c86db4" providerId="LiveId" clId="{62191895-C015-44F2-89DE-00CBF2BA4F06}" dt="2024-05-15T03:03:37.499" v="1567" actId="26606"/>
      <pc:docMkLst>
        <pc:docMk/>
      </pc:docMkLst>
      <pc:sldChg chg="addSp delSp modSp mod setBg addAnim delAnim">
        <pc:chgData name="happy tudou" userId="00fe0d76a8c86db4" providerId="LiveId" clId="{62191895-C015-44F2-89DE-00CBF2BA4F06}" dt="2024-05-15T00:56:25.994" v="639" actId="20577"/>
        <pc:sldMkLst>
          <pc:docMk/>
          <pc:sldMk cId="3860301348" sldId="256"/>
        </pc:sldMkLst>
        <pc:spChg chg="mod ord">
          <ac:chgData name="happy tudou" userId="00fe0d76a8c86db4" providerId="LiveId" clId="{62191895-C015-44F2-89DE-00CBF2BA4F06}" dt="2024-05-15T00:53:34.089" v="602" actId="26606"/>
          <ac:spMkLst>
            <pc:docMk/>
            <pc:sldMk cId="3860301348" sldId="256"/>
            <ac:spMk id="2" creationId="{F917C446-91E9-D922-3181-59152D91C285}"/>
          </ac:spMkLst>
        </pc:spChg>
        <pc:spChg chg="mod ord">
          <ac:chgData name="happy tudou" userId="00fe0d76a8c86db4" providerId="LiveId" clId="{62191895-C015-44F2-89DE-00CBF2BA4F06}" dt="2024-05-15T00:56:25.994" v="639" actId="20577"/>
          <ac:spMkLst>
            <pc:docMk/>
            <pc:sldMk cId="3860301348" sldId="256"/>
            <ac:spMk id="3" creationId="{746FE9CF-B004-961E-296D-37D647FF0A88}"/>
          </ac:spMkLst>
        </pc:spChg>
        <pc:spChg chg="add del">
          <ac:chgData name="happy tudou" userId="00fe0d76a8c86db4" providerId="LiveId" clId="{62191895-C015-44F2-89DE-00CBF2BA4F06}" dt="2024-05-14T14:54:30.660" v="115" actId="26606"/>
          <ac:spMkLst>
            <pc:docMk/>
            <pc:sldMk cId="3860301348" sldId="256"/>
            <ac:spMk id="12" creationId="{FA69AAE0-49D5-4C8B-8BA2-55898C00E05E}"/>
          </ac:spMkLst>
        </pc:spChg>
        <pc:spChg chg="add del">
          <ac:chgData name="happy tudou" userId="00fe0d76a8c86db4" providerId="LiveId" clId="{62191895-C015-44F2-89DE-00CBF2BA4F06}" dt="2024-05-14T14:54:32.113" v="117" actId="26606"/>
          <ac:spMkLst>
            <pc:docMk/>
            <pc:sldMk cId="3860301348" sldId="256"/>
            <ac:spMk id="14" creationId="{A3473CF9-37EB-43E7-89EF-D2D1C53D1DAC}"/>
          </ac:spMkLst>
        </pc:spChg>
        <pc:spChg chg="add del">
          <ac:chgData name="happy tudou" userId="00fe0d76a8c86db4" providerId="LiveId" clId="{62191895-C015-44F2-89DE-00CBF2BA4F06}" dt="2024-05-14T14:54:32.113" v="117" actId="26606"/>
          <ac:spMkLst>
            <pc:docMk/>
            <pc:sldMk cId="3860301348" sldId="256"/>
            <ac:spMk id="15" creationId="{197C305C-0E98-44D5-A930-21F23CC52F93}"/>
          </ac:spMkLst>
        </pc:spChg>
        <pc:spChg chg="add del">
          <ac:chgData name="happy tudou" userId="00fe0d76a8c86db4" providerId="LiveId" clId="{62191895-C015-44F2-89DE-00CBF2BA4F06}" dt="2024-05-14T14:54:32.113" v="117" actId="26606"/>
          <ac:spMkLst>
            <pc:docMk/>
            <pc:sldMk cId="3860301348" sldId="256"/>
            <ac:spMk id="16" creationId="{586B4EF9-43BA-4655-A6FF-1D8E21574C95}"/>
          </ac:spMkLst>
        </pc:spChg>
        <pc:spChg chg="add del">
          <ac:chgData name="happy tudou" userId="00fe0d76a8c86db4" providerId="LiveId" clId="{62191895-C015-44F2-89DE-00CBF2BA4F06}" dt="2024-05-14T14:54:34.762" v="119" actId="26606"/>
          <ac:spMkLst>
            <pc:docMk/>
            <pc:sldMk cId="3860301348" sldId="256"/>
            <ac:spMk id="18" creationId="{F0087D53-9295-4463-AAE4-D5C626046E9F}"/>
          </ac:spMkLst>
        </pc:spChg>
        <pc:spChg chg="add del">
          <ac:chgData name="happy tudou" userId="00fe0d76a8c86db4" providerId="LiveId" clId="{62191895-C015-44F2-89DE-00CBF2BA4F06}" dt="2024-05-14T14:54:34.762" v="119" actId="26606"/>
          <ac:spMkLst>
            <pc:docMk/>
            <pc:sldMk cId="3860301348" sldId="256"/>
            <ac:spMk id="19" creationId="{D6A9C53F-5F90-40A5-8C85-5412D39C8C68}"/>
          </ac:spMkLst>
        </pc:spChg>
        <pc:spChg chg="add del">
          <ac:chgData name="happy tudou" userId="00fe0d76a8c86db4" providerId="LiveId" clId="{62191895-C015-44F2-89DE-00CBF2BA4F06}" dt="2024-05-15T00:40:13.525" v="132" actId="26606"/>
          <ac:spMkLst>
            <pc:docMk/>
            <pc:sldMk cId="3860301348" sldId="256"/>
            <ac:spMk id="21" creationId="{D1520B01-A2E4-41C2-8A8F-7683F250890E}"/>
          </ac:spMkLst>
        </pc:spChg>
        <pc:spChg chg="add del">
          <ac:chgData name="happy tudou" userId="00fe0d76a8c86db4" providerId="LiveId" clId="{62191895-C015-44F2-89DE-00CBF2BA4F06}" dt="2024-05-15T00:52:59.346" v="599" actId="26606"/>
          <ac:spMkLst>
            <pc:docMk/>
            <pc:sldMk cId="3860301348" sldId="256"/>
            <ac:spMk id="34" creationId="{D880886B-02ED-4317-9236-CB60C22CF7F3}"/>
          </ac:spMkLst>
        </pc:spChg>
        <pc:spChg chg="add del">
          <ac:chgData name="happy tudou" userId="00fe0d76a8c86db4" providerId="LiveId" clId="{62191895-C015-44F2-89DE-00CBF2BA4F06}" dt="2024-05-15T00:52:59.346" v="599" actId="26606"/>
          <ac:spMkLst>
            <pc:docMk/>
            <pc:sldMk cId="3860301348" sldId="256"/>
            <ac:spMk id="35" creationId="{28C31856-6ABF-41FD-B683-B06E5FFF926B}"/>
          </ac:spMkLst>
        </pc:spChg>
        <pc:spChg chg="add del">
          <ac:chgData name="happy tudou" userId="00fe0d76a8c86db4" providerId="LiveId" clId="{62191895-C015-44F2-89DE-00CBF2BA4F06}" dt="2024-05-15T00:39:58.042" v="128" actId="26606"/>
          <ac:spMkLst>
            <pc:docMk/>
            <pc:sldMk cId="3860301348" sldId="256"/>
            <ac:spMk id="37" creationId="{489B7BFD-8F45-4093-AD9C-91B15B0503D9}"/>
          </ac:spMkLst>
        </pc:spChg>
        <pc:spChg chg="add del">
          <ac:chgData name="happy tudou" userId="00fe0d76a8c86db4" providerId="LiveId" clId="{62191895-C015-44F2-89DE-00CBF2BA4F06}" dt="2024-05-15T00:53:34.089" v="602" actId="26606"/>
          <ac:spMkLst>
            <pc:docMk/>
            <pc:sldMk cId="3860301348" sldId="256"/>
            <ac:spMk id="40" creationId="{D880886B-02ED-4317-9236-CB60C22CF7F3}"/>
          </ac:spMkLst>
        </pc:spChg>
        <pc:spChg chg="add del">
          <ac:chgData name="happy tudou" userId="00fe0d76a8c86db4" providerId="LiveId" clId="{62191895-C015-44F2-89DE-00CBF2BA4F06}" dt="2024-05-15T00:53:34.089" v="602" actId="26606"/>
          <ac:spMkLst>
            <pc:docMk/>
            <pc:sldMk cId="3860301348" sldId="256"/>
            <ac:spMk id="42" creationId="{28C31856-6ABF-41FD-B683-B06E5FFF926B}"/>
          </ac:spMkLst>
        </pc:spChg>
        <pc:spChg chg="add del">
          <ac:chgData name="happy tudou" userId="00fe0d76a8c86db4" providerId="LiveId" clId="{62191895-C015-44F2-89DE-00CBF2BA4F06}" dt="2024-05-15T00:39:58.042" v="128" actId="26606"/>
          <ac:spMkLst>
            <pc:docMk/>
            <pc:sldMk cId="3860301348" sldId="256"/>
            <ac:spMk id="43" creationId="{498F8FF6-43B4-494A-AF8F-123A4983EDF7}"/>
          </ac:spMkLst>
        </pc:spChg>
        <pc:spChg chg="add del">
          <ac:chgData name="happy tudou" userId="00fe0d76a8c86db4" providerId="LiveId" clId="{62191895-C015-44F2-89DE-00CBF2BA4F06}" dt="2024-05-15T00:52:34.598" v="593" actId="26606"/>
          <ac:spMkLst>
            <pc:docMk/>
            <pc:sldMk cId="3860301348" sldId="256"/>
            <ac:spMk id="44" creationId="{27BDFED6-6E33-4606-AFE2-886ADB1C018E}"/>
          </ac:spMkLst>
        </pc:spChg>
        <pc:spChg chg="add del">
          <ac:chgData name="happy tudou" userId="00fe0d76a8c86db4" providerId="LiveId" clId="{62191895-C015-44F2-89DE-00CBF2BA4F06}" dt="2024-05-15T00:39:58.042" v="128" actId="26606"/>
          <ac:spMkLst>
            <pc:docMk/>
            <pc:sldMk cId="3860301348" sldId="256"/>
            <ac:spMk id="45" creationId="{CF85B11F-FA15-48B8-BF04-463A37544E09}"/>
          </ac:spMkLst>
        </pc:spChg>
        <pc:spChg chg="add del">
          <ac:chgData name="happy tudou" userId="00fe0d76a8c86db4" providerId="LiveId" clId="{62191895-C015-44F2-89DE-00CBF2BA4F06}" dt="2024-05-15T00:52:34.598" v="593" actId="26606"/>
          <ac:spMkLst>
            <pc:docMk/>
            <pc:sldMk cId="3860301348" sldId="256"/>
            <ac:spMk id="46" creationId="{890DEF05-784E-4B61-89E4-04C4ECF4E5A0}"/>
          </ac:spMkLst>
        </pc:spChg>
        <pc:spChg chg="add del">
          <ac:chgData name="happy tudou" userId="00fe0d76a8c86db4" providerId="LiveId" clId="{62191895-C015-44F2-89DE-00CBF2BA4F06}" dt="2024-05-15T00:39:58.042" v="128" actId="26606"/>
          <ac:spMkLst>
            <pc:docMk/>
            <pc:sldMk cId="3860301348" sldId="256"/>
            <ac:spMk id="47" creationId="{5AFEC601-A132-47EE-B0C2-B38ACD9FCE6F}"/>
          </ac:spMkLst>
        </pc:spChg>
        <pc:spChg chg="add del">
          <ac:chgData name="happy tudou" userId="00fe0d76a8c86db4" providerId="LiveId" clId="{62191895-C015-44F2-89DE-00CBF2BA4F06}" dt="2024-05-15T00:39:58.042" v="128" actId="26606"/>
          <ac:spMkLst>
            <pc:docMk/>
            <pc:sldMk cId="3860301348" sldId="256"/>
            <ac:spMk id="49" creationId="{279CAF82-0ECF-42BE-8F37-F71941E5D410}"/>
          </ac:spMkLst>
        </pc:spChg>
        <pc:spChg chg="add del">
          <ac:chgData name="happy tudou" userId="00fe0d76a8c86db4" providerId="LiveId" clId="{62191895-C015-44F2-89DE-00CBF2BA4F06}" dt="2024-05-15T00:52:16.163" v="585" actId="26606"/>
          <ac:spMkLst>
            <pc:docMk/>
            <pc:sldMk cId="3860301348" sldId="256"/>
            <ac:spMk id="50" creationId="{A8CCCB6D-5162-4AAE-A5E3-3AC55410DBCE}"/>
          </ac:spMkLst>
        </pc:spChg>
        <pc:spChg chg="add del">
          <ac:chgData name="happy tudou" userId="00fe0d76a8c86db4" providerId="LiveId" clId="{62191895-C015-44F2-89DE-00CBF2BA4F06}" dt="2024-05-15T00:39:58.042" v="128" actId="26606"/>
          <ac:spMkLst>
            <pc:docMk/>
            <pc:sldMk cId="3860301348" sldId="256"/>
            <ac:spMk id="51" creationId="{BB90F3FC-186F-4608-93AA-7EE24F682E21}"/>
          </ac:spMkLst>
        </pc:spChg>
        <pc:spChg chg="add del">
          <ac:chgData name="happy tudou" userId="00fe0d76a8c86db4" providerId="LiveId" clId="{62191895-C015-44F2-89DE-00CBF2BA4F06}" dt="2024-05-15T00:56:05.385" v="622" actId="26606"/>
          <ac:spMkLst>
            <pc:docMk/>
            <pc:sldMk cId="3860301348" sldId="256"/>
            <ac:spMk id="52" creationId="{27BDFED6-6E33-4606-AFE2-886ADB1C018E}"/>
          </ac:spMkLst>
        </pc:spChg>
        <pc:spChg chg="add del">
          <ac:chgData name="happy tudou" userId="00fe0d76a8c86db4" providerId="LiveId" clId="{62191895-C015-44F2-89DE-00CBF2BA4F06}" dt="2024-05-15T00:56:05.385" v="622" actId="26606"/>
          <ac:spMkLst>
            <pc:docMk/>
            <pc:sldMk cId="3860301348" sldId="256"/>
            <ac:spMk id="54" creationId="{890DEF05-784E-4B61-89E4-04C4ECF4E5A0}"/>
          </ac:spMkLst>
        </pc:spChg>
        <pc:spChg chg="add del">
          <ac:chgData name="happy tudou" userId="00fe0d76a8c86db4" providerId="LiveId" clId="{62191895-C015-44F2-89DE-00CBF2BA4F06}" dt="2024-05-15T00:52:16.163" v="585" actId="26606"/>
          <ac:spMkLst>
            <pc:docMk/>
            <pc:sldMk cId="3860301348" sldId="256"/>
            <ac:spMk id="55" creationId="{0BCD8C04-CC7B-40EF-82EB-E9821F79BB86}"/>
          </ac:spMkLst>
        </pc:spChg>
        <pc:spChg chg="add del">
          <ac:chgData name="happy tudou" userId="00fe0d76a8c86db4" providerId="LiveId" clId="{62191895-C015-44F2-89DE-00CBF2BA4F06}" dt="2024-05-15T00:52:26.849" v="587" actId="26606"/>
          <ac:spMkLst>
            <pc:docMk/>
            <pc:sldMk cId="3860301348" sldId="256"/>
            <ac:spMk id="58" creationId="{27BDFED6-6E33-4606-AFE2-886ADB1C018E}"/>
          </ac:spMkLst>
        </pc:spChg>
        <pc:spChg chg="add del">
          <ac:chgData name="happy tudou" userId="00fe0d76a8c86db4" providerId="LiveId" clId="{62191895-C015-44F2-89DE-00CBF2BA4F06}" dt="2024-05-15T00:52:26.849" v="587" actId="26606"/>
          <ac:spMkLst>
            <pc:docMk/>
            <pc:sldMk cId="3860301348" sldId="256"/>
            <ac:spMk id="59" creationId="{890DEF05-784E-4B61-89E4-04C4ECF4E5A0}"/>
          </ac:spMkLst>
        </pc:spChg>
        <pc:spChg chg="add del">
          <ac:chgData name="happy tudou" userId="00fe0d76a8c86db4" providerId="LiveId" clId="{62191895-C015-44F2-89DE-00CBF2BA4F06}" dt="2024-05-15T00:39:58.042" v="128" actId="26606"/>
          <ac:spMkLst>
            <pc:docMk/>
            <pc:sldMk cId="3860301348" sldId="256"/>
            <ac:spMk id="60" creationId="{033BC44A-0661-43B4-9C14-FD5963C226AE}"/>
          </ac:spMkLst>
        </pc:spChg>
        <pc:spChg chg="add del">
          <ac:chgData name="happy tudou" userId="00fe0d76a8c86db4" providerId="LiveId" clId="{62191895-C015-44F2-89DE-00CBF2BA4F06}" dt="2024-05-15T00:52:33.371" v="591" actId="26606"/>
          <ac:spMkLst>
            <pc:docMk/>
            <pc:sldMk cId="3860301348" sldId="256"/>
            <ac:spMk id="61" creationId="{A8CCCB6D-5162-4AAE-A5E3-3AC55410DBCE}"/>
          </ac:spMkLst>
        </pc:spChg>
        <pc:spChg chg="add del">
          <ac:chgData name="happy tudou" userId="00fe0d76a8c86db4" providerId="LiveId" clId="{62191895-C015-44F2-89DE-00CBF2BA4F06}" dt="2024-05-15T00:39:58.042" v="128" actId="26606"/>
          <ac:spMkLst>
            <pc:docMk/>
            <pc:sldMk cId="3860301348" sldId="256"/>
            <ac:spMk id="62" creationId="{13811CB9-0334-4316-8B54-711C0F3BE693}"/>
          </ac:spMkLst>
        </pc:spChg>
        <pc:spChg chg="add del">
          <ac:chgData name="happy tudou" userId="00fe0d76a8c86db4" providerId="LiveId" clId="{62191895-C015-44F2-89DE-00CBF2BA4F06}" dt="2024-05-15T00:52:33.371" v="591" actId="26606"/>
          <ac:spMkLst>
            <pc:docMk/>
            <pc:sldMk cId="3860301348" sldId="256"/>
            <ac:spMk id="63" creationId="{0BCD8C04-CC7B-40EF-82EB-E9821F79BB86}"/>
          </ac:spMkLst>
        </pc:spChg>
        <pc:spChg chg="add del">
          <ac:chgData name="happy tudou" userId="00fe0d76a8c86db4" providerId="LiveId" clId="{62191895-C015-44F2-89DE-00CBF2BA4F06}" dt="2024-05-15T00:40:13.525" v="132" actId="26606"/>
          <ac:spMkLst>
            <pc:docMk/>
            <pc:sldMk cId="3860301348" sldId="256"/>
            <ac:spMk id="64" creationId="{F0087D53-9295-4463-AAE4-D5C626046E9F}"/>
          </ac:spMkLst>
        </pc:spChg>
        <pc:spChg chg="add del">
          <ac:chgData name="happy tudou" userId="00fe0d76a8c86db4" providerId="LiveId" clId="{62191895-C015-44F2-89DE-00CBF2BA4F06}" dt="2024-05-15T00:40:13.525" v="132" actId="26606"/>
          <ac:spMkLst>
            <pc:docMk/>
            <pc:sldMk cId="3860301348" sldId="256"/>
            <ac:spMk id="65" creationId="{D6A9C53F-5F90-40A5-8C85-5412D39C8C68}"/>
          </ac:spMkLst>
        </pc:spChg>
        <pc:spChg chg="add">
          <ac:chgData name="happy tudou" userId="00fe0d76a8c86db4" providerId="LiveId" clId="{62191895-C015-44F2-89DE-00CBF2BA4F06}" dt="2024-05-15T00:56:05.385" v="622" actId="26606"/>
          <ac:spMkLst>
            <pc:docMk/>
            <pc:sldMk cId="3860301348" sldId="256"/>
            <ac:spMk id="66" creationId="{27BDFED6-6E33-4606-AFE2-886ADB1C018E}"/>
          </ac:spMkLst>
        </pc:spChg>
        <pc:spChg chg="add">
          <ac:chgData name="happy tudou" userId="00fe0d76a8c86db4" providerId="LiveId" clId="{62191895-C015-44F2-89DE-00CBF2BA4F06}" dt="2024-05-15T00:56:05.385" v="622" actId="26606"/>
          <ac:spMkLst>
            <pc:docMk/>
            <pc:sldMk cId="3860301348" sldId="256"/>
            <ac:spMk id="67" creationId="{890DEF05-784E-4B61-89E4-04C4ECF4E5A0}"/>
          </ac:spMkLst>
        </pc:spChg>
        <pc:grpChg chg="add del">
          <ac:chgData name="happy tudou" userId="00fe0d76a8c86db4" providerId="LiveId" clId="{62191895-C015-44F2-89DE-00CBF2BA4F06}" dt="2024-05-15T00:40:13.525" v="132" actId="26606"/>
          <ac:grpSpMkLst>
            <pc:docMk/>
            <pc:sldMk cId="3860301348" sldId="256"/>
            <ac:grpSpMk id="22" creationId="{56AA1647-0DA6-4A17-B3E1-95D61BD54714}"/>
          </ac:grpSpMkLst>
        </pc:grpChg>
        <pc:grpChg chg="add del">
          <ac:chgData name="happy tudou" userId="00fe0d76a8c86db4" providerId="LiveId" clId="{62191895-C015-44F2-89DE-00CBF2BA4F06}" dt="2024-05-15T00:40:13.525" v="132" actId="26606"/>
          <ac:grpSpMkLst>
            <pc:docMk/>
            <pc:sldMk cId="3860301348" sldId="256"/>
            <ac:grpSpMk id="25" creationId="{1F634C0A-A487-42AF-8DFD-4DAD62FE92BF}"/>
          </ac:grpSpMkLst>
        </pc:grpChg>
        <pc:grpChg chg="add del">
          <ac:chgData name="happy tudou" userId="00fe0d76a8c86db4" providerId="LiveId" clId="{62191895-C015-44F2-89DE-00CBF2BA4F06}" dt="2024-05-15T00:40:13.525" v="132" actId="26606"/>
          <ac:grpSpMkLst>
            <pc:docMk/>
            <pc:sldMk cId="3860301348" sldId="256"/>
            <ac:grpSpMk id="26" creationId="{08D20F07-CD49-4F17-BC00-9429DA80C502}"/>
          </ac:grpSpMkLst>
        </pc:grpChg>
        <pc:grpChg chg="add del">
          <ac:chgData name="happy tudou" userId="00fe0d76a8c86db4" providerId="LiveId" clId="{62191895-C015-44F2-89DE-00CBF2BA4F06}" dt="2024-05-15T00:40:13.525" v="132" actId="26606"/>
          <ac:grpSpMkLst>
            <pc:docMk/>
            <pc:sldMk cId="3860301348" sldId="256"/>
            <ac:grpSpMk id="31" creationId="{066EE5A2-0D35-4D6A-A5C7-1CA91F740684}"/>
          </ac:grpSpMkLst>
        </pc:grpChg>
        <pc:grpChg chg="add del">
          <ac:chgData name="happy tudou" userId="00fe0d76a8c86db4" providerId="LiveId" clId="{62191895-C015-44F2-89DE-00CBF2BA4F06}" dt="2024-05-15T00:39:58.042" v="128" actId="26606"/>
          <ac:grpSpMkLst>
            <pc:docMk/>
            <pc:sldMk cId="3860301348" sldId="256"/>
            <ac:grpSpMk id="39" creationId="{F95919CA-4568-4F54-A2C0-2B54BD78A3B8}"/>
          </ac:grpSpMkLst>
        </pc:grpChg>
        <pc:grpChg chg="add del">
          <ac:chgData name="happy tudou" userId="00fe0d76a8c86db4" providerId="LiveId" clId="{62191895-C015-44F2-89DE-00CBF2BA4F06}" dt="2024-05-15T00:39:58.042" v="128" actId="26606"/>
          <ac:grpSpMkLst>
            <pc:docMk/>
            <pc:sldMk cId="3860301348" sldId="256"/>
            <ac:grpSpMk id="53" creationId="{FB9739EB-7F66-433D-841F-AB3CD18700B7}"/>
          </ac:grpSpMkLst>
        </pc:grpChg>
        <pc:picChg chg="add mod">
          <ac:chgData name="happy tudou" userId="00fe0d76a8c86db4" providerId="LiveId" clId="{62191895-C015-44F2-89DE-00CBF2BA4F06}" dt="2024-05-15T00:56:08.247" v="623" actId="27614"/>
          <ac:picMkLst>
            <pc:docMk/>
            <pc:sldMk cId="3860301348" sldId="256"/>
            <ac:picMk id="4" creationId="{6F106794-FC67-CA8D-F63B-2F0AFE31EFCD}"/>
          </ac:picMkLst>
        </pc:picChg>
        <pc:picChg chg="mod">
          <ac:chgData name="happy tudou" userId="00fe0d76a8c86db4" providerId="LiveId" clId="{62191895-C015-44F2-89DE-00CBF2BA4F06}" dt="2024-05-15T00:40:17.973" v="138" actId="1076"/>
          <ac:picMkLst>
            <pc:docMk/>
            <pc:sldMk cId="3860301348" sldId="256"/>
            <ac:picMk id="6" creationId="{C9ABCEE7-28CA-CA5A-FBD7-3F7D3E43D86F}"/>
          </ac:picMkLst>
        </pc:picChg>
        <pc:picChg chg="add del mod ord modCrop">
          <ac:chgData name="happy tudou" userId="00fe0d76a8c86db4" providerId="LiveId" clId="{62191895-C015-44F2-89DE-00CBF2BA4F06}" dt="2024-05-15T00:55:59.238" v="621" actId="478"/>
          <ac:picMkLst>
            <pc:docMk/>
            <pc:sldMk cId="3860301348" sldId="256"/>
            <ac:picMk id="7" creationId="{C1F36E24-1399-0A68-EF7B-0D70606C176A}"/>
          </ac:picMkLst>
        </pc:picChg>
        <pc:picChg chg="del mod">
          <ac:chgData name="happy tudou" userId="00fe0d76a8c86db4" providerId="LiveId" clId="{62191895-C015-44F2-89DE-00CBF2BA4F06}" dt="2024-05-15T00:51:02.572" v="577" actId="478"/>
          <ac:picMkLst>
            <pc:docMk/>
            <pc:sldMk cId="3860301348" sldId="256"/>
            <ac:picMk id="9" creationId="{77E3E35C-9B5E-8F01-1123-FAA67BFEBDD9}"/>
          </ac:picMkLst>
        </pc:picChg>
        <pc:picChg chg="add mod ord">
          <ac:chgData name="happy tudou" userId="00fe0d76a8c86db4" providerId="LiveId" clId="{62191895-C015-44F2-89DE-00CBF2BA4F06}" dt="2024-05-15T00:56:05.385" v="622" actId="26606"/>
          <ac:picMkLst>
            <pc:docMk/>
            <pc:sldMk cId="3860301348" sldId="256"/>
            <ac:picMk id="10" creationId="{8B49A9C1-B1AB-A144-7E0E-52FEBE77719F}"/>
          </ac:picMkLst>
        </pc:picChg>
        <pc:cxnChg chg="add del">
          <ac:chgData name="happy tudou" userId="00fe0d76a8c86db4" providerId="LiveId" clId="{62191895-C015-44F2-89DE-00CBF2BA4F06}" dt="2024-05-15T00:52:34.598" v="593" actId="26606"/>
          <ac:cxnSpMkLst>
            <pc:docMk/>
            <pc:sldMk cId="3860301348" sldId="256"/>
            <ac:cxnSpMk id="48" creationId="{C41BAEC7-F7B0-4224-8B18-8F74B7D87F0B}"/>
          </ac:cxnSpMkLst>
        </pc:cxnChg>
        <pc:cxnChg chg="add del">
          <ac:chgData name="happy tudou" userId="00fe0d76a8c86db4" providerId="LiveId" clId="{62191895-C015-44F2-89DE-00CBF2BA4F06}" dt="2024-05-15T00:56:05.385" v="622" actId="26606"/>
          <ac:cxnSpMkLst>
            <pc:docMk/>
            <pc:sldMk cId="3860301348" sldId="256"/>
            <ac:cxnSpMk id="56" creationId="{C41BAEC7-F7B0-4224-8B18-8F74B7D87F0B}"/>
          </ac:cxnSpMkLst>
        </pc:cxnChg>
        <pc:cxnChg chg="add del">
          <ac:chgData name="happy tudou" userId="00fe0d76a8c86db4" providerId="LiveId" clId="{62191895-C015-44F2-89DE-00CBF2BA4F06}" dt="2024-05-15T00:52:26.849" v="587" actId="26606"/>
          <ac:cxnSpMkLst>
            <pc:docMk/>
            <pc:sldMk cId="3860301348" sldId="256"/>
            <ac:cxnSpMk id="57" creationId="{C41BAEC7-F7B0-4224-8B18-8F74B7D87F0B}"/>
          </ac:cxnSpMkLst>
        </pc:cxnChg>
        <pc:cxnChg chg="add">
          <ac:chgData name="happy tudou" userId="00fe0d76a8c86db4" providerId="LiveId" clId="{62191895-C015-44F2-89DE-00CBF2BA4F06}" dt="2024-05-15T00:56:05.385" v="622" actId="26606"/>
          <ac:cxnSpMkLst>
            <pc:docMk/>
            <pc:sldMk cId="3860301348" sldId="256"/>
            <ac:cxnSpMk id="68" creationId="{C41BAEC7-F7B0-4224-8B18-8F74B7D87F0B}"/>
          </ac:cxnSpMkLst>
        </pc:cxnChg>
      </pc:sldChg>
      <pc:sldChg chg="addSp delSp modSp new mod setBg addAnim">
        <pc:chgData name="happy tudou" userId="00fe0d76a8c86db4" providerId="LiveId" clId="{62191895-C015-44F2-89DE-00CBF2BA4F06}" dt="2024-05-15T02:47:43.843" v="1373" actId="108"/>
        <pc:sldMkLst>
          <pc:docMk/>
          <pc:sldMk cId="1957541512" sldId="257"/>
        </pc:sldMkLst>
        <pc:spChg chg="mod ord">
          <ac:chgData name="happy tudou" userId="00fe0d76a8c86db4" providerId="LiveId" clId="{62191895-C015-44F2-89DE-00CBF2BA4F06}" dt="2024-05-15T02:47:43.843" v="1373" actId="108"/>
          <ac:spMkLst>
            <pc:docMk/>
            <pc:sldMk cId="1957541512" sldId="257"/>
            <ac:spMk id="2" creationId="{CF77F454-CB13-7C35-74C9-9DDBFB8D1631}"/>
          </ac:spMkLst>
        </pc:spChg>
        <pc:spChg chg="mod">
          <ac:chgData name="happy tudou" userId="00fe0d76a8c86db4" providerId="LiveId" clId="{62191895-C015-44F2-89DE-00CBF2BA4F06}" dt="2024-05-15T00:49:55.813" v="574" actId="1076"/>
          <ac:spMkLst>
            <pc:docMk/>
            <pc:sldMk cId="1957541512" sldId="257"/>
            <ac:spMk id="6" creationId="{8720AC91-0F33-207B-0B92-8B29A0240498}"/>
          </ac:spMkLst>
        </pc:spChg>
        <pc:spChg chg="add del mod">
          <ac:chgData name="happy tudou" userId="00fe0d76a8c86db4" providerId="LiveId" clId="{62191895-C015-44F2-89DE-00CBF2BA4F06}" dt="2024-05-15T02:35:03.665" v="1326"/>
          <ac:spMkLst>
            <pc:docMk/>
            <pc:sldMk cId="1957541512" sldId="257"/>
            <ac:spMk id="8" creationId="{AF3A8A81-BBD6-BB0C-9E65-0563A8D96E17}"/>
          </ac:spMkLst>
        </pc:spChg>
        <pc:spChg chg="add del">
          <ac:chgData name="happy tudou" userId="00fe0d76a8c86db4" providerId="LiveId" clId="{62191895-C015-44F2-89DE-00CBF2BA4F06}" dt="2024-05-15T02:43:03.661" v="1354" actId="26606"/>
          <ac:spMkLst>
            <pc:docMk/>
            <pc:sldMk cId="1957541512" sldId="257"/>
            <ac:spMk id="19" creationId="{27BDFED6-6E33-4606-AFE2-886ADB1C018E}"/>
          </ac:spMkLst>
        </pc:spChg>
        <pc:spChg chg="add del">
          <ac:chgData name="happy tudou" userId="00fe0d76a8c86db4" providerId="LiveId" clId="{62191895-C015-44F2-89DE-00CBF2BA4F06}" dt="2024-05-15T02:43:03.661" v="1354" actId="26606"/>
          <ac:spMkLst>
            <pc:docMk/>
            <pc:sldMk cId="1957541512" sldId="257"/>
            <ac:spMk id="21" creationId="{890DEF05-784E-4B61-89E4-04C4ECF4E5A0}"/>
          </ac:spMkLst>
        </pc:spChg>
        <pc:spChg chg="add del">
          <ac:chgData name="happy tudou" userId="00fe0d76a8c86db4" providerId="LiveId" clId="{62191895-C015-44F2-89DE-00CBF2BA4F06}" dt="2024-05-15T02:43:06.458" v="1355" actId="478"/>
          <ac:spMkLst>
            <pc:docMk/>
            <pc:sldMk cId="1957541512" sldId="257"/>
            <ac:spMk id="27" creationId="{FDB66DB6-39AF-8051-6CD9-DA78097F2FEE}"/>
          </ac:spMkLst>
        </pc:spChg>
        <pc:spChg chg="add del">
          <ac:chgData name="happy tudou" userId="00fe0d76a8c86db4" providerId="LiveId" clId="{62191895-C015-44F2-89DE-00CBF2BA4F06}" dt="2024-05-15T02:43:42.811" v="1359" actId="26606"/>
          <ac:spMkLst>
            <pc:docMk/>
            <pc:sldMk cId="1957541512" sldId="257"/>
            <ac:spMk id="37" creationId="{E6659C6F-A29D-4D83-86DA-5B0289733C09}"/>
          </ac:spMkLst>
        </pc:spChg>
        <pc:spChg chg="add del">
          <ac:chgData name="happy tudou" userId="00fe0d76a8c86db4" providerId="LiveId" clId="{62191895-C015-44F2-89DE-00CBF2BA4F06}" dt="2024-05-15T02:43:42.811" v="1359" actId="26606"/>
          <ac:spMkLst>
            <pc:docMk/>
            <pc:sldMk cId="1957541512" sldId="257"/>
            <ac:spMk id="39" creationId="{890DEF05-784E-4B61-89E4-04C4ECF4E5A0}"/>
          </ac:spMkLst>
        </pc:spChg>
        <pc:spChg chg="add del">
          <ac:chgData name="happy tudou" userId="00fe0d76a8c86db4" providerId="LiveId" clId="{62191895-C015-44F2-89DE-00CBF2BA4F06}" dt="2024-05-15T02:44:40.628" v="1367" actId="26606"/>
          <ac:spMkLst>
            <pc:docMk/>
            <pc:sldMk cId="1957541512" sldId="257"/>
            <ac:spMk id="46" creationId="{27BDFED6-6E33-4606-AFE2-886ADB1C018E}"/>
          </ac:spMkLst>
        </pc:spChg>
        <pc:spChg chg="add del">
          <ac:chgData name="happy tudou" userId="00fe0d76a8c86db4" providerId="LiveId" clId="{62191895-C015-44F2-89DE-00CBF2BA4F06}" dt="2024-05-15T02:44:40.628" v="1367" actId="26606"/>
          <ac:spMkLst>
            <pc:docMk/>
            <pc:sldMk cId="1957541512" sldId="257"/>
            <ac:spMk id="48" creationId="{890DEF05-784E-4B61-89E4-04C4ECF4E5A0}"/>
          </ac:spMkLst>
        </pc:spChg>
        <pc:spChg chg="add">
          <ac:chgData name="happy tudou" userId="00fe0d76a8c86db4" providerId="LiveId" clId="{62191895-C015-44F2-89DE-00CBF2BA4F06}" dt="2024-05-15T02:44:40.628" v="1367" actId="26606"/>
          <ac:spMkLst>
            <pc:docMk/>
            <pc:sldMk cId="1957541512" sldId="257"/>
            <ac:spMk id="52" creationId="{3A930249-8242-4E2B-AF17-C01826488321}"/>
          </ac:spMkLst>
        </pc:spChg>
        <pc:spChg chg="add">
          <ac:chgData name="happy tudou" userId="00fe0d76a8c86db4" providerId="LiveId" clId="{62191895-C015-44F2-89DE-00CBF2BA4F06}" dt="2024-05-15T02:44:40.628" v="1367" actId="26606"/>
          <ac:spMkLst>
            <pc:docMk/>
            <pc:sldMk cId="1957541512" sldId="257"/>
            <ac:spMk id="53" creationId="{A5BDD999-C5E1-4B3E-A710-768673819165}"/>
          </ac:spMkLst>
        </pc:spChg>
        <pc:spChg chg="add del">
          <ac:chgData name="happy tudou" userId="00fe0d76a8c86db4" providerId="LiveId" clId="{62191895-C015-44F2-89DE-00CBF2BA4F06}" dt="2024-05-15T02:44:23.973" v="1363" actId="26606"/>
          <ac:spMkLst>
            <pc:docMk/>
            <pc:sldMk cId="1957541512" sldId="257"/>
            <ac:spMk id="55" creationId="{3A930249-8242-4E2B-AF17-C01826488321}"/>
          </ac:spMkLst>
        </pc:spChg>
        <pc:spChg chg="add del">
          <ac:chgData name="happy tudou" userId="00fe0d76a8c86db4" providerId="LiveId" clId="{62191895-C015-44F2-89DE-00CBF2BA4F06}" dt="2024-05-15T02:44:23.973" v="1363" actId="26606"/>
          <ac:spMkLst>
            <pc:docMk/>
            <pc:sldMk cId="1957541512" sldId="257"/>
            <ac:spMk id="57" creationId="{A5BDD999-C5E1-4B3E-A710-768673819165}"/>
          </ac:spMkLst>
        </pc:spChg>
        <pc:spChg chg="add del">
          <ac:chgData name="happy tudou" userId="00fe0d76a8c86db4" providerId="LiveId" clId="{62191895-C015-44F2-89DE-00CBF2BA4F06}" dt="2024-05-15T02:44:31.771" v="1365" actId="26606"/>
          <ac:spMkLst>
            <pc:docMk/>
            <pc:sldMk cId="1957541512" sldId="257"/>
            <ac:spMk id="59" creationId="{FB5B0058-AF13-4859-B429-4EDDE2A26F7F}"/>
          </ac:spMkLst>
        </pc:spChg>
        <pc:spChg chg="add del">
          <ac:chgData name="happy tudou" userId="00fe0d76a8c86db4" providerId="LiveId" clId="{62191895-C015-44F2-89DE-00CBF2BA4F06}" dt="2024-05-15T02:44:31.771" v="1365" actId="26606"/>
          <ac:spMkLst>
            <pc:docMk/>
            <pc:sldMk cId="1957541512" sldId="257"/>
            <ac:spMk id="60" creationId="{0277405F-0B4F-4418-B773-1B38814125B6}"/>
          </ac:spMkLst>
        </pc:spChg>
        <pc:grpChg chg="add del">
          <ac:chgData name="happy tudou" userId="00fe0d76a8c86db4" providerId="LiveId" clId="{62191895-C015-44F2-89DE-00CBF2BA4F06}" dt="2024-05-15T02:43:11.879" v="1356" actId="26606"/>
          <ac:grpSpMkLst>
            <pc:docMk/>
            <pc:sldMk cId="1957541512" sldId="257"/>
            <ac:grpSpMk id="30" creationId="{E33D8A0C-28ED-C6DD-9FF8-421807F54E12}"/>
          </ac:grpSpMkLst>
        </pc:grpChg>
        <pc:picChg chg="mod">
          <ac:chgData name="happy tudou" userId="00fe0d76a8c86db4" providerId="LiveId" clId="{62191895-C015-44F2-89DE-00CBF2BA4F06}" dt="2024-05-15T00:48:36.636" v="569" actId="14861"/>
          <ac:picMkLst>
            <pc:docMk/>
            <pc:sldMk cId="1957541512" sldId="257"/>
            <ac:picMk id="4" creationId="{32B368EA-8ADA-D213-BB5F-63CD17731C27}"/>
          </ac:picMkLst>
        </pc:picChg>
        <pc:picChg chg="del mod">
          <ac:chgData name="happy tudou" userId="00fe0d76a8c86db4" providerId="LiveId" clId="{62191895-C015-44F2-89DE-00CBF2BA4F06}" dt="2024-05-15T00:50:59.871" v="576" actId="21"/>
          <ac:picMkLst>
            <pc:docMk/>
            <pc:sldMk cId="1957541512" sldId="257"/>
            <ac:picMk id="7" creationId="{6F106794-FC67-CA8D-F63B-2F0AFE31EFCD}"/>
          </ac:picMkLst>
        </pc:picChg>
        <pc:picChg chg="add del mod ord">
          <ac:chgData name="happy tudou" userId="00fe0d76a8c86db4" providerId="LiveId" clId="{62191895-C015-44F2-89DE-00CBF2BA4F06}" dt="2024-05-15T02:43:28.057" v="1358" actId="478"/>
          <ac:picMkLst>
            <pc:docMk/>
            <pc:sldMk cId="1957541512" sldId="257"/>
            <ac:picMk id="10" creationId="{E3A310C2-7CC1-C1EF-48A2-820658EC4FA6}"/>
          </ac:picMkLst>
        </pc:picChg>
        <pc:picChg chg="add del mod">
          <ac:chgData name="happy tudou" userId="00fe0d76a8c86db4" providerId="LiveId" clId="{62191895-C015-44F2-89DE-00CBF2BA4F06}" dt="2024-05-15T02:38:54.622" v="1335" actId="478"/>
          <ac:picMkLst>
            <pc:docMk/>
            <pc:sldMk cId="1957541512" sldId="257"/>
            <ac:picMk id="12" creationId="{46AB2A9D-F041-91B2-080D-E7DB55BD56F6}"/>
          </ac:picMkLst>
        </pc:picChg>
        <pc:picChg chg="add mod ord">
          <ac:chgData name="happy tudou" userId="00fe0d76a8c86db4" providerId="LiveId" clId="{62191895-C015-44F2-89DE-00CBF2BA4F06}" dt="2024-05-15T02:44:40.628" v="1367" actId="26606"/>
          <ac:picMkLst>
            <pc:docMk/>
            <pc:sldMk cId="1957541512" sldId="257"/>
            <ac:picMk id="14" creationId="{EA2B7734-20F2-81CB-A246-DAD60E211AF5}"/>
          </ac:picMkLst>
        </pc:picChg>
        <pc:picChg chg="add mod ord">
          <ac:chgData name="happy tudou" userId="00fe0d76a8c86db4" providerId="LiveId" clId="{62191895-C015-44F2-89DE-00CBF2BA4F06}" dt="2024-05-15T02:46:06.978" v="1371" actId="1076"/>
          <ac:picMkLst>
            <pc:docMk/>
            <pc:sldMk cId="1957541512" sldId="257"/>
            <ac:picMk id="16" creationId="{52BF7323-BA46-49D7-F223-05D67186F9F1}"/>
          </ac:picMkLst>
        </pc:picChg>
        <pc:cxnChg chg="add del">
          <ac:chgData name="happy tudou" userId="00fe0d76a8c86db4" providerId="LiveId" clId="{62191895-C015-44F2-89DE-00CBF2BA4F06}" dt="2024-05-15T02:43:03.661" v="1354" actId="26606"/>
          <ac:cxnSpMkLst>
            <pc:docMk/>
            <pc:sldMk cId="1957541512" sldId="257"/>
            <ac:cxnSpMk id="23" creationId="{C41BAEC7-F7B0-4224-8B18-8F74B7D87F0B}"/>
          </ac:cxnSpMkLst>
        </pc:cxnChg>
        <pc:cxnChg chg="add del">
          <ac:chgData name="happy tudou" userId="00fe0d76a8c86db4" providerId="LiveId" clId="{62191895-C015-44F2-89DE-00CBF2BA4F06}" dt="2024-05-15T02:43:42.811" v="1359" actId="26606"/>
          <ac:cxnSpMkLst>
            <pc:docMk/>
            <pc:sldMk cId="1957541512" sldId="257"/>
            <ac:cxnSpMk id="41" creationId="{C41BAEC7-F7B0-4224-8B18-8F74B7D87F0B}"/>
          </ac:cxnSpMkLst>
        </pc:cxnChg>
        <pc:cxnChg chg="add del">
          <ac:chgData name="happy tudou" userId="00fe0d76a8c86db4" providerId="LiveId" clId="{62191895-C015-44F2-89DE-00CBF2BA4F06}" dt="2024-05-15T02:44:40.628" v="1367" actId="26606"/>
          <ac:cxnSpMkLst>
            <pc:docMk/>
            <pc:sldMk cId="1957541512" sldId="257"/>
            <ac:cxnSpMk id="50" creationId="{C41BAEC7-F7B0-4224-8B18-8F74B7D87F0B}"/>
          </ac:cxnSpMkLst>
        </pc:cxnChg>
      </pc:sldChg>
      <pc:sldChg chg="new del">
        <pc:chgData name="happy tudou" userId="00fe0d76a8c86db4" providerId="LiveId" clId="{62191895-C015-44F2-89DE-00CBF2BA4F06}" dt="2024-05-15T00:39:11.271" v="124" actId="680"/>
        <pc:sldMkLst>
          <pc:docMk/>
          <pc:sldMk cId="2281042550" sldId="257"/>
        </pc:sldMkLst>
      </pc:sldChg>
      <pc:sldChg chg="addSp delSp modSp new mod setBg">
        <pc:chgData name="happy tudou" userId="00fe0d76a8c86db4" providerId="LiveId" clId="{62191895-C015-44F2-89DE-00CBF2BA4F06}" dt="2024-05-15T01:13:34.081" v="752" actId="26606"/>
        <pc:sldMkLst>
          <pc:docMk/>
          <pc:sldMk cId="396117934" sldId="258"/>
        </pc:sldMkLst>
        <pc:spChg chg="del mod ord">
          <ac:chgData name="happy tudou" userId="00fe0d76a8c86db4" providerId="LiveId" clId="{62191895-C015-44F2-89DE-00CBF2BA4F06}" dt="2024-05-15T01:11:50.238" v="730" actId="478"/>
          <ac:spMkLst>
            <pc:docMk/>
            <pc:sldMk cId="396117934" sldId="258"/>
            <ac:spMk id="2" creationId="{921186BA-F878-E96E-15AA-E146C88CE3E2}"/>
          </ac:spMkLst>
        </pc:spChg>
        <pc:spChg chg="del">
          <ac:chgData name="happy tudou" userId="00fe0d76a8c86db4" providerId="LiveId" clId="{62191895-C015-44F2-89DE-00CBF2BA4F06}" dt="2024-05-15T01:02:45.377" v="670"/>
          <ac:spMkLst>
            <pc:docMk/>
            <pc:sldMk cId="396117934" sldId="258"/>
            <ac:spMk id="3" creationId="{33C43BDC-EDE2-0AE9-C93E-CC89DA502195}"/>
          </ac:spMkLst>
        </pc:spChg>
        <pc:spChg chg="add mod">
          <ac:chgData name="happy tudou" userId="00fe0d76a8c86db4" providerId="LiveId" clId="{62191895-C015-44F2-89DE-00CBF2BA4F06}" dt="2024-05-15T01:13:34.081" v="752" actId="26606"/>
          <ac:spMkLst>
            <pc:docMk/>
            <pc:sldMk cId="396117934" sldId="258"/>
            <ac:spMk id="12" creationId="{990CEE66-AFEC-E71C-0051-DDBAA5BD0888}"/>
          </ac:spMkLst>
        </pc:spChg>
        <pc:spChg chg="add del mod">
          <ac:chgData name="happy tudou" userId="00fe0d76a8c86db4" providerId="LiveId" clId="{62191895-C015-44F2-89DE-00CBF2BA4F06}" dt="2024-05-15T01:11:57.252" v="733" actId="478"/>
          <ac:spMkLst>
            <pc:docMk/>
            <pc:sldMk cId="396117934" sldId="258"/>
            <ac:spMk id="15" creationId="{27885450-7FB2-165D-E1BB-9A3E7592BC66}"/>
          </ac:spMkLst>
        </pc:spChg>
        <pc:spChg chg="add del">
          <ac:chgData name="happy tudou" userId="00fe0d76a8c86db4" providerId="LiveId" clId="{62191895-C015-44F2-89DE-00CBF2BA4F06}" dt="2024-05-15T01:07:48.530" v="687" actId="26606"/>
          <ac:spMkLst>
            <pc:docMk/>
            <pc:sldMk cId="396117934" sldId="258"/>
            <ac:spMk id="16" creationId="{022BDE4A-8A20-4A69-9C5A-581C82036A4D}"/>
          </ac:spMkLst>
        </pc:spChg>
        <pc:spChg chg="add del">
          <ac:chgData name="happy tudou" userId="00fe0d76a8c86db4" providerId="LiveId" clId="{62191895-C015-44F2-89DE-00CBF2BA4F06}" dt="2024-05-15T01:10:53.482" v="721" actId="26606"/>
          <ac:spMkLst>
            <pc:docMk/>
            <pc:sldMk cId="396117934" sldId="258"/>
            <ac:spMk id="20" creationId="{2F36CA75-CFBF-4844-B719-8FE9EBADA9AF}"/>
          </ac:spMkLst>
        </pc:spChg>
        <pc:spChg chg="add del">
          <ac:chgData name="happy tudou" userId="00fe0d76a8c86db4" providerId="LiveId" clId="{62191895-C015-44F2-89DE-00CBF2BA4F06}" dt="2024-05-15T01:10:53.482" v="721" actId="26606"/>
          <ac:spMkLst>
            <pc:docMk/>
            <pc:sldMk cId="396117934" sldId="258"/>
            <ac:spMk id="21" creationId="{0D7B6173-1D58-48E2-83CF-37350F315F75}"/>
          </ac:spMkLst>
        </pc:spChg>
        <pc:spChg chg="add del">
          <ac:chgData name="happy tudou" userId="00fe0d76a8c86db4" providerId="LiveId" clId="{62191895-C015-44F2-89DE-00CBF2BA4F06}" dt="2024-05-15T01:10:53.482" v="721" actId="26606"/>
          <ac:spMkLst>
            <pc:docMk/>
            <pc:sldMk cId="396117934" sldId="258"/>
            <ac:spMk id="22" creationId="{3D4A84B9-E564-4DD0-97F8-DBF1C460C28A}"/>
          </ac:spMkLst>
        </pc:spChg>
        <pc:spChg chg="add del">
          <ac:chgData name="happy tudou" userId="00fe0d76a8c86db4" providerId="LiveId" clId="{62191895-C015-44F2-89DE-00CBF2BA4F06}" dt="2024-05-15T01:10:53.482" v="721" actId="26606"/>
          <ac:spMkLst>
            <pc:docMk/>
            <pc:sldMk cId="396117934" sldId="258"/>
            <ac:spMk id="26" creationId="{102382E0-0A09-46AE-B955-B911CAFE7F00}"/>
          </ac:spMkLst>
        </pc:spChg>
        <pc:spChg chg="add del">
          <ac:chgData name="happy tudou" userId="00fe0d76a8c86db4" providerId="LiveId" clId="{62191895-C015-44F2-89DE-00CBF2BA4F06}" dt="2024-05-15T01:10:53.482" v="721" actId="26606"/>
          <ac:spMkLst>
            <pc:docMk/>
            <pc:sldMk cId="396117934" sldId="258"/>
            <ac:spMk id="28" creationId="{7DE75D4A-0965-4973-BE75-DECCAC9A9614}"/>
          </ac:spMkLst>
        </pc:spChg>
        <pc:spChg chg="add del">
          <ac:chgData name="happy tudou" userId="00fe0d76a8c86db4" providerId="LiveId" clId="{62191895-C015-44F2-89DE-00CBF2BA4F06}" dt="2024-05-15T01:11:17.128" v="727" actId="26606"/>
          <ac:spMkLst>
            <pc:docMk/>
            <pc:sldMk cId="396117934" sldId="258"/>
            <ac:spMk id="33" creationId="{2172A0AC-3DCE-4672-BCAF-28FEF91F6020}"/>
          </ac:spMkLst>
        </pc:spChg>
        <pc:spChg chg="add del">
          <ac:chgData name="happy tudou" userId="00fe0d76a8c86db4" providerId="LiveId" clId="{62191895-C015-44F2-89DE-00CBF2BA4F06}" dt="2024-05-15T01:11:17.128" v="727" actId="26606"/>
          <ac:spMkLst>
            <pc:docMk/>
            <pc:sldMk cId="396117934" sldId="258"/>
            <ac:spMk id="35" creationId="{AE6F1C77-EDC9-4C5F-8C1C-62DD46BDA3C3}"/>
          </ac:spMkLst>
        </pc:spChg>
        <pc:spChg chg="add del">
          <ac:chgData name="happy tudou" userId="00fe0d76a8c86db4" providerId="LiveId" clId="{62191895-C015-44F2-89DE-00CBF2BA4F06}" dt="2024-05-15T01:11:11.130" v="724" actId="26606"/>
          <ac:spMkLst>
            <pc:docMk/>
            <pc:sldMk cId="396117934" sldId="258"/>
            <ac:spMk id="40" creationId="{2172A0AC-3DCE-4672-BCAF-28FEF91F6020}"/>
          </ac:spMkLst>
        </pc:spChg>
        <pc:spChg chg="add del">
          <ac:chgData name="happy tudou" userId="00fe0d76a8c86db4" providerId="LiveId" clId="{62191895-C015-44F2-89DE-00CBF2BA4F06}" dt="2024-05-15T01:11:11.130" v="724" actId="26606"/>
          <ac:spMkLst>
            <pc:docMk/>
            <pc:sldMk cId="396117934" sldId="258"/>
            <ac:spMk id="42" creationId="{AE6F1C77-EDC9-4C5F-8C1C-62DD46BDA3C3}"/>
          </ac:spMkLst>
        </pc:spChg>
        <pc:spChg chg="add del">
          <ac:chgData name="happy tudou" userId="00fe0d76a8c86db4" providerId="LiveId" clId="{62191895-C015-44F2-89DE-00CBF2BA4F06}" dt="2024-05-15T01:11:17.116" v="726" actId="26606"/>
          <ac:spMkLst>
            <pc:docMk/>
            <pc:sldMk cId="396117934" sldId="258"/>
            <ac:spMk id="44" creationId="{AAB8EDC3-1C0D-4505-A2C7-839A5161FB53}"/>
          </ac:spMkLst>
        </pc:spChg>
        <pc:spChg chg="add del">
          <ac:chgData name="happy tudou" userId="00fe0d76a8c86db4" providerId="LiveId" clId="{62191895-C015-44F2-89DE-00CBF2BA4F06}" dt="2024-05-15T01:11:17.116" v="726" actId="26606"/>
          <ac:spMkLst>
            <pc:docMk/>
            <pc:sldMk cId="396117934" sldId="258"/>
            <ac:spMk id="45" creationId="{2069E294-3813-4588-9E9C-AEA08F9C4DA1}"/>
          </ac:spMkLst>
        </pc:spChg>
        <pc:spChg chg="add del">
          <ac:chgData name="happy tudou" userId="00fe0d76a8c86db4" providerId="LiveId" clId="{62191895-C015-44F2-89DE-00CBF2BA4F06}" dt="2024-05-15T01:12:11.559" v="742" actId="26606"/>
          <ac:spMkLst>
            <pc:docMk/>
            <pc:sldMk cId="396117934" sldId="258"/>
            <ac:spMk id="47" creationId="{2172A0AC-3DCE-4672-BCAF-28FEF91F6020}"/>
          </ac:spMkLst>
        </pc:spChg>
        <pc:spChg chg="add del">
          <ac:chgData name="happy tudou" userId="00fe0d76a8c86db4" providerId="LiveId" clId="{62191895-C015-44F2-89DE-00CBF2BA4F06}" dt="2024-05-15T01:12:11.559" v="742" actId="26606"/>
          <ac:spMkLst>
            <pc:docMk/>
            <pc:sldMk cId="396117934" sldId="258"/>
            <ac:spMk id="48" creationId="{AE6F1C77-EDC9-4C5F-8C1C-62DD46BDA3C3}"/>
          </ac:spMkLst>
        </pc:spChg>
        <pc:spChg chg="add del">
          <ac:chgData name="happy tudou" userId="00fe0d76a8c86db4" providerId="LiveId" clId="{62191895-C015-44F2-89DE-00CBF2BA4F06}" dt="2024-05-15T01:12:02.552" v="735" actId="26606"/>
          <ac:spMkLst>
            <pc:docMk/>
            <pc:sldMk cId="396117934" sldId="258"/>
            <ac:spMk id="53" creationId="{A8CCCB6D-5162-4AAE-A5E3-3AC55410DBCE}"/>
          </ac:spMkLst>
        </pc:spChg>
        <pc:spChg chg="add del">
          <ac:chgData name="happy tudou" userId="00fe0d76a8c86db4" providerId="LiveId" clId="{62191895-C015-44F2-89DE-00CBF2BA4F06}" dt="2024-05-15T01:12:02.552" v="735" actId="26606"/>
          <ac:spMkLst>
            <pc:docMk/>
            <pc:sldMk cId="396117934" sldId="258"/>
            <ac:spMk id="55" creationId="{0BCD8C04-CC7B-40EF-82EB-E9821F79BB86}"/>
          </ac:spMkLst>
        </pc:spChg>
        <pc:spChg chg="add del">
          <ac:chgData name="happy tudou" userId="00fe0d76a8c86db4" providerId="LiveId" clId="{62191895-C015-44F2-89DE-00CBF2BA4F06}" dt="2024-05-15T01:12:06.525" v="737" actId="26606"/>
          <ac:spMkLst>
            <pc:docMk/>
            <pc:sldMk cId="396117934" sldId="258"/>
            <ac:spMk id="57" creationId="{AB5E08C4-8CDD-4623-A5B8-E998C6DEE3B7}"/>
          </ac:spMkLst>
        </pc:spChg>
        <pc:spChg chg="add del">
          <ac:chgData name="happy tudou" userId="00fe0d76a8c86db4" providerId="LiveId" clId="{62191895-C015-44F2-89DE-00CBF2BA4F06}" dt="2024-05-15T01:12:06.525" v="737" actId="26606"/>
          <ac:spMkLst>
            <pc:docMk/>
            <pc:sldMk cId="396117934" sldId="258"/>
            <ac:spMk id="58" creationId="{FFCDD23B-75C8-427B-BD08-53C8156CD7CD}"/>
          </ac:spMkLst>
        </pc:spChg>
        <pc:spChg chg="add del">
          <ac:chgData name="happy tudou" userId="00fe0d76a8c86db4" providerId="LiveId" clId="{62191895-C015-44F2-89DE-00CBF2BA4F06}" dt="2024-05-15T01:12:06.525" v="737" actId="26606"/>
          <ac:spMkLst>
            <pc:docMk/>
            <pc:sldMk cId="396117934" sldId="258"/>
            <ac:spMk id="59" creationId="{15F33878-D502-4FFA-8ACE-F2AECDB2A23F}"/>
          </ac:spMkLst>
        </pc:spChg>
        <pc:spChg chg="add del">
          <ac:chgData name="happy tudou" userId="00fe0d76a8c86db4" providerId="LiveId" clId="{62191895-C015-44F2-89DE-00CBF2BA4F06}" dt="2024-05-15T01:12:06.525" v="737" actId="26606"/>
          <ac:spMkLst>
            <pc:docMk/>
            <pc:sldMk cId="396117934" sldId="258"/>
            <ac:spMk id="60" creationId="{AFFC87AC-C919-4FE5-BAC3-39509E001152}"/>
          </ac:spMkLst>
        </pc:spChg>
        <pc:spChg chg="add del">
          <ac:chgData name="happy tudou" userId="00fe0d76a8c86db4" providerId="LiveId" clId="{62191895-C015-44F2-89DE-00CBF2BA4F06}" dt="2024-05-15T01:12:08.150" v="739" actId="26606"/>
          <ac:spMkLst>
            <pc:docMk/>
            <pc:sldMk cId="396117934" sldId="258"/>
            <ac:spMk id="64" creationId="{AC8EEB0F-BA72-49AC-956F-331B60FDE79E}"/>
          </ac:spMkLst>
        </pc:spChg>
        <pc:spChg chg="add del">
          <ac:chgData name="happy tudou" userId="00fe0d76a8c86db4" providerId="LiveId" clId="{62191895-C015-44F2-89DE-00CBF2BA4F06}" dt="2024-05-15T01:12:08.150" v="739" actId="26606"/>
          <ac:spMkLst>
            <pc:docMk/>
            <pc:sldMk cId="396117934" sldId="258"/>
            <ac:spMk id="65" creationId="{8CC700D5-9809-43F4-89D5-7DBBCB0DCC10}"/>
          </ac:spMkLst>
        </pc:spChg>
        <pc:spChg chg="add del">
          <ac:chgData name="happy tudou" userId="00fe0d76a8c86db4" providerId="LiveId" clId="{62191895-C015-44F2-89DE-00CBF2BA4F06}" dt="2024-05-15T01:12:08.150" v="739" actId="26606"/>
          <ac:spMkLst>
            <pc:docMk/>
            <pc:sldMk cId="396117934" sldId="258"/>
            <ac:spMk id="66" creationId="{C7163242-6303-46DC-BAC1-2A204F061321}"/>
          </ac:spMkLst>
        </pc:spChg>
        <pc:spChg chg="add del">
          <ac:chgData name="happy tudou" userId="00fe0d76a8c86db4" providerId="LiveId" clId="{62191895-C015-44F2-89DE-00CBF2BA4F06}" dt="2024-05-15T01:12:08.150" v="739" actId="26606"/>
          <ac:spMkLst>
            <pc:docMk/>
            <pc:sldMk cId="396117934" sldId="258"/>
            <ac:spMk id="67" creationId="{805C4C40-D70E-4C4F-B228-98A0A6132603}"/>
          </ac:spMkLst>
        </pc:spChg>
        <pc:spChg chg="add del">
          <ac:chgData name="happy tudou" userId="00fe0d76a8c86db4" providerId="LiveId" clId="{62191895-C015-44F2-89DE-00CBF2BA4F06}" dt="2024-05-15T01:12:11.535" v="741" actId="26606"/>
          <ac:spMkLst>
            <pc:docMk/>
            <pc:sldMk cId="396117934" sldId="258"/>
            <ac:spMk id="69" creationId="{FFCDD23B-75C8-427B-BD08-53C8156CD7CD}"/>
          </ac:spMkLst>
        </pc:spChg>
        <pc:spChg chg="add del">
          <ac:chgData name="happy tudou" userId="00fe0d76a8c86db4" providerId="LiveId" clId="{62191895-C015-44F2-89DE-00CBF2BA4F06}" dt="2024-05-15T01:12:11.535" v="741" actId="26606"/>
          <ac:spMkLst>
            <pc:docMk/>
            <pc:sldMk cId="396117934" sldId="258"/>
            <ac:spMk id="70" creationId="{AFFC87AC-C919-4FE5-BAC3-39509E001152}"/>
          </ac:spMkLst>
        </pc:spChg>
        <pc:spChg chg="add del">
          <ac:chgData name="happy tudou" userId="00fe0d76a8c86db4" providerId="LiveId" clId="{62191895-C015-44F2-89DE-00CBF2BA4F06}" dt="2024-05-15T01:12:11.535" v="741" actId="26606"/>
          <ac:spMkLst>
            <pc:docMk/>
            <pc:sldMk cId="396117934" sldId="258"/>
            <ac:spMk id="71" creationId="{AB5E08C4-8CDD-4623-A5B8-E998C6DEE3B7}"/>
          </ac:spMkLst>
        </pc:spChg>
        <pc:spChg chg="add del">
          <ac:chgData name="happy tudou" userId="00fe0d76a8c86db4" providerId="LiveId" clId="{62191895-C015-44F2-89DE-00CBF2BA4F06}" dt="2024-05-15T01:12:11.535" v="741" actId="26606"/>
          <ac:spMkLst>
            <pc:docMk/>
            <pc:sldMk cId="396117934" sldId="258"/>
            <ac:spMk id="72" creationId="{15F33878-D502-4FFA-8ACE-F2AECDB2A23F}"/>
          </ac:spMkLst>
        </pc:spChg>
        <pc:spChg chg="add del">
          <ac:chgData name="happy tudou" userId="00fe0d76a8c86db4" providerId="LiveId" clId="{62191895-C015-44F2-89DE-00CBF2BA4F06}" dt="2024-05-15T01:13:34.081" v="752" actId="26606"/>
          <ac:spMkLst>
            <pc:docMk/>
            <pc:sldMk cId="396117934" sldId="258"/>
            <ac:spMk id="74" creationId="{4D4677D2-D5AC-4CF9-9EED-2B89D0A1C212}"/>
          </ac:spMkLst>
        </pc:spChg>
        <pc:spChg chg="add del">
          <ac:chgData name="happy tudou" userId="00fe0d76a8c86db4" providerId="LiveId" clId="{62191895-C015-44F2-89DE-00CBF2BA4F06}" dt="2024-05-15T01:13:34.081" v="752" actId="26606"/>
          <ac:spMkLst>
            <pc:docMk/>
            <pc:sldMk cId="396117934" sldId="258"/>
            <ac:spMk id="75" creationId="{AF695F69-7001-421E-98A8-E74156934A51}"/>
          </ac:spMkLst>
        </pc:spChg>
        <pc:spChg chg="add del">
          <ac:chgData name="happy tudou" userId="00fe0d76a8c86db4" providerId="LiveId" clId="{62191895-C015-44F2-89DE-00CBF2BA4F06}" dt="2024-05-15T01:13:22.883" v="749" actId="26606"/>
          <ac:spMkLst>
            <pc:docMk/>
            <pc:sldMk cId="396117934" sldId="258"/>
            <ac:spMk id="80" creationId="{A8CCCB6D-5162-4AAE-A5E3-3AC55410DBCE}"/>
          </ac:spMkLst>
        </pc:spChg>
        <pc:spChg chg="add del">
          <ac:chgData name="happy tudou" userId="00fe0d76a8c86db4" providerId="LiveId" clId="{62191895-C015-44F2-89DE-00CBF2BA4F06}" dt="2024-05-15T01:13:22.883" v="749" actId="26606"/>
          <ac:spMkLst>
            <pc:docMk/>
            <pc:sldMk cId="396117934" sldId="258"/>
            <ac:spMk id="82" creationId="{0BCD8C04-CC7B-40EF-82EB-E9821F79BB86}"/>
          </ac:spMkLst>
        </pc:spChg>
        <pc:spChg chg="add del">
          <ac:chgData name="happy tudou" userId="00fe0d76a8c86db4" providerId="LiveId" clId="{62191895-C015-44F2-89DE-00CBF2BA4F06}" dt="2024-05-15T01:13:34.063" v="751" actId="26606"/>
          <ac:spMkLst>
            <pc:docMk/>
            <pc:sldMk cId="396117934" sldId="258"/>
            <ac:spMk id="84" creationId="{5AA485AD-076E-4077-A6E6-C3C9F0C39FF2}"/>
          </ac:spMkLst>
        </pc:spChg>
        <pc:spChg chg="add del">
          <ac:chgData name="happy tudou" userId="00fe0d76a8c86db4" providerId="LiveId" clId="{62191895-C015-44F2-89DE-00CBF2BA4F06}" dt="2024-05-15T01:13:34.063" v="751" actId="26606"/>
          <ac:spMkLst>
            <pc:docMk/>
            <pc:sldMk cId="396117934" sldId="258"/>
            <ac:spMk id="85" creationId="{A93898FF-D987-4B0E-BFB4-85F5EB356D4D}"/>
          </ac:spMkLst>
        </pc:spChg>
        <pc:spChg chg="add del">
          <ac:chgData name="happy tudou" userId="00fe0d76a8c86db4" providerId="LiveId" clId="{62191895-C015-44F2-89DE-00CBF2BA4F06}" dt="2024-05-15T01:13:34.063" v="751" actId="26606"/>
          <ac:spMkLst>
            <pc:docMk/>
            <pc:sldMk cId="396117934" sldId="258"/>
            <ac:spMk id="87" creationId="{612F383F-B981-4BC3-9E2B-7BE938CEF3EC}"/>
          </ac:spMkLst>
        </pc:spChg>
        <pc:spChg chg="add del">
          <ac:chgData name="happy tudou" userId="00fe0d76a8c86db4" providerId="LiveId" clId="{62191895-C015-44F2-89DE-00CBF2BA4F06}" dt="2024-05-15T01:13:34.063" v="751" actId="26606"/>
          <ac:spMkLst>
            <pc:docMk/>
            <pc:sldMk cId="396117934" sldId="258"/>
            <ac:spMk id="88" creationId="{58D235B8-3D10-493F-88AC-84BB404C1B5A}"/>
          </ac:spMkLst>
        </pc:spChg>
        <pc:spChg chg="add del">
          <ac:chgData name="happy tudou" userId="00fe0d76a8c86db4" providerId="LiveId" clId="{62191895-C015-44F2-89DE-00CBF2BA4F06}" dt="2024-05-15T01:13:34.063" v="751" actId="26606"/>
          <ac:spMkLst>
            <pc:docMk/>
            <pc:sldMk cId="396117934" sldId="258"/>
            <ac:spMk id="90" creationId="{42A4FC2C-047E-45A5-965D-8E1E3BF09BC6}"/>
          </ac:spMkLst>
        </pc:spChg>
        <pc:spChg chg="add">
          <ac:chgData name="happy tudou" userId="00fe0d76a8c86db4" providerId="LiveId" clId="{62191895-C015-44F2-89DE-00CBF2BA4F06}" dt="2024-05-15T01:13:34.081" v="752" actId="26606"/>
          <ac:spMkLst>
            <pc:docMk/>
            <pc:sldMk cId="396117934" sldId="258"/>
            <ac:spMk id="92" creationId="{27BDFED6-6E33-4606-AFE2-886ADB1C018E}"/>
          </ac:spMkLst>
        </pc:spChg>
        <pc:spChg chg="add">
          <ac:chgData name="happy tudou" userId="00fe0d76a8c86db4" providerId="LiveId" clId="{62191895-C015-44F2-89DE-00CBF2BA4F06}" dt="2024-05-15T01:13:34.081" v="752" actId="26606"/>
          <ac:spMkLst>
            <pc:docMk/>
            <pc:sldMk cId="396117934" sldId="258"/>
            <ac:spMk id="93" creationId="{890DEF05-784E-4B61-89E4-04C4ECF4E5A0}"/>
          </ac:spMkLst>
        </pc:spChg>
        <pc:grpChg chg="add del">
          <ac:chgData name="happy tudou" userId="00fe0d76a8c86db4" providerId="LiveId" clId="{62191895-C015-44F2-89DE-00CBF2BA4F06}" dt="2024-05-15T01:07:49.531" v="689" actId="26606"/>
          <ac:grpSpMkLst>
            <pc:docMk/>
            <pc:sldMk cId="396117934" sldId="258"/>
            <ac:grpSpMk id="19" creationId="{A2A4F5A4-1409-1D21-0242-3FD06D0E874E}"/>
          </ac:grpSpMkLst>
        </pc:grpChg>
        <pc:grpChg chg="add del">
          <ac:chgData name="happy tudou" userId="00fe0d76a8c86db4" providerId="LiveId" clId="{62191895-C015-44F2-89DE-00CBF2BA4F06}" dt="2024-05-15T01:12:08.150" v="739" actId="26606"/>
          <ac:grpSpMkLst>
            <pc:docMk/>
            <pc:sldMk cId="396117934" sldId="258"/>
            <ac:grpSpMk id="61" creationId="{06536C0D-2219-44F1-94EC-B9A56501DB36}"/>
          </ac:grpSpMkLst>
        </pc:grpChg>
        <pc:picChg chg="add del mod ord">
          <ac:chgData name="happy tudou" userId="00fe0d76a8c86db4" providerId="LiveId" clId="{62191895-C015-44F2-89DE-00CBF2BA4F06}" dt="2024-05-15T01:12:55.724" v="743" actId="478"/>
          <ac:picMkLst>
            <pc:docMk/>
            <pc:sldMk cId="396117934" sldId="258"/>
            <ac:picMk id="5" creationId="{1240F65A-4720-5B36-7C71-293B24C89503}"/>
          </ac:picMkLst>
        </pc:picChg>
        <pc:picChg chg="add del mod">
          <ac:chgData name="happy tudou" userId="00fe0d76a8c86db4" providerId="LiveId" clId="{62191895-C015-44F2-89DE-00CBF2BA4F06}" dt="2024-05-15T01:03:00.897" v="675" actId="478"/>
          <ac:picMkLst>
            <pc:docMk/>
            <pc:sldMk cId="396117934" sldId="258"/>
            <ac:picMk id="7" creationId="{3E03F410-868A-CD12-9897-82D4B81A9D19}"/>
          </ac:picMkLst>
        </pc:picChg>
        <pc:picChg chg="add mod">
          <ac:chgData name="happy tudou" userId="00fe0d76a8c86db4" providerId="LiveId" clId="{62191895-C015-44F2-89DE-00CBF2BA4F06}" dt="2024-05-15T01:07:26.509" v="681"/>
          <ac:picMkLst>
            <pc:docMk/>
            <pc:sldMk cId="396117934" sldId="258"/>
            <ac:picMk id="9" creationId="{B2F9F0BB-B18F-702B-AB2B-736E0D8D7754}"/>
          </ac:picMkLst>
        </pc:picChg>
        <pc:picChg chg="add mod ord">
          <ac:chgData name="happy tudou" userId="00fe0d76a8c86db4" providerId="LiveId" clId="{62191895-C015-44F2-89DE-00CBF2BA4F06}" dt="2024-05-15T01:13:34.081" v="752" actId="26606"/>
          <ac:picMkLst>
            <pc:docMk/>
            <pc:sldMk cId="396117934" sldId="258"/>
            <ac:picMk id="11" creationId="{1998AE4A-0AD3-3697-E15E-3E8737A4C244}"/>
          </ac:picMkLst>
        </pc:picChg>
        <pc:picChg chg="add mod ord">
          <ac:chgData name="happy tudou" userId="00fe0d76a8c86db4" providerId="LiveId" clId="{62191895-C015-44F2-89DE-00CBF2BA4F06}" dt="2024-05-15T01:13:34.081" v="752" actId="26606"/>
          <ac:picMkLst>
            <pc:docMk/>
            <pc:sldMk cId="396117934" sldId="258"/>
            <ac:picMk id="14" creationId="{A855F933-B70D-FB84-6DDF-9FBB42DAF8F6}"/>
          </ac:picMkLst>
        </pc:picChg>
        <pc:picChg chg="add del">
          <ac:chgData name="happy tudou" userId="00fe0d76a8c86db4" providerId="LiveId" clId="{62191895-C015-44F2-89DE-00CBF2BA4F06}" dt="2024-05-15T01:10:53.482" v="721" actId="26606"/>
          <ac:picMkLst>
            <pc:docMk/>
            <pc:sldMk cId="396117934" sldId="258"/>
            <ac:picMk id="24" creationId="{4A599609-F5C2-4A0B-A992-913F814A631A}"/>
          </ac:picMkLst>
        </pc:picChg>
        <pc:picChg chg="add del">
          <ac:chgData name="happy tudou" userId="00fe0d76a8c86db4" providerId="LiveId" clId="{62191895-C015-44F2-89DE-00CBF2BA4F06}" dt="2024-05-15T01:13:34.063" v="751" actId="26606"/>
          <ac:picMkLst>
            <pc:docMk/>
            <pc:sldMk cId="396117934" sldId="258"/>
            <ac:picMk id="86" creationId="{D088DBDF-80D5-4FC0-8A54-9D660B728DC4}"/>
          </ac:picMkLst>
        </pc:picChg>
        <pc:cxnChg chg="add">
          <ac:chgData name="happy tudou" userId="00fe0d76a8c86db4" providerId="LiveId" clId="{62191895-C015-44F2-89DE-00CBF2BA4F06}" dt="2024-05-15T01:13:34.081" v="752" actId="26606"/>
          <ac:cxnSpMkLst>
            <pc:docMk/>
            <pc:sldMk cId="396117934" sldId="258"/>
            <ac:cxnSpMk id="94" creationId="{C41BAEC7-F7B0-4224-8B18-8F74B7D87F0B}"/>
          </ac:cxnSpMkLst>
        </pc:cxnChg>
      </pc:sldChg>
      <pc:sldChg chg="addSp delSp modSp new mod setBg addAnim delAnim">
        <pc:chgData name="happy tudou" userId="00fe0d76a8c86db4" providerId="LiveId" clId="{62191895-C015-44F2-89DE-00CBF2BA4F06}" dt="2024-05-15T02:28:22.250" v="1319" actId="1076"/>
        <pc:sldMkLst>
          <pc:docMk/>
          <pc:sldMk cId="482076075" sldId="259"/>
        </pc:sldMkLst>
        <pc:spChg chg="del mod ord">
          <ac:chgData name="happy tudou" userId="00fe0d76a8c86db4" providerId="LiveId" clId="{62191895-C015-44F2-89DE-00CBF2BA4F06}" dt="2024-05-15T01:44:09.302" v="770" actId="478"/>
          <ac:spMkLst>
            <pc:docMk/>
            <pc:sldMk cId="482076075" sldId="259"/>
            <ac:spMk id="2" creationId="{04C463FC-E30F-6510-5C9D-6DC3CF269177}"/>
          </ac:spMkLst>
        </pc:spChg>
        <pc:spChg chg="add mod">
          <ac:chgData name="happy tudou" userId="00fe0d76a8c86db4" providerId="LiveId" clId="{62191895-C015-44F2-89DE-00CBF2BA4F06}" dt="2024-05-15T02:28:22.250" v="1319" actId="1076"/>
          <ac:spMkLst>
            <pc:docMk/>
            <pc:sldMk cId="482076075" sldId="259"/>
            <ac:spMk id="6" creationId="{E234CCC3-9C1A-D44A-5278-0C5BBB1BB855}"/>
          </ac:spMkLst>
        </pc:spChg>
        <pc:spChg chg="add del">
          <ac:chgData name="happy tudou" userId="00fe0d76a8c86db4" providerId="LiveId" clId="{62191895-C015-44F2-89DE-00CBF2BA4F06}" dt="2024-05-15T01:38:40.507" v="755" actId="26606"/>
          <ac:spMkLst>
            <pc:docMk/>
            <pc:sldMk cId="482076075" sldId="259"/>
            <ac:spMk id="9" creationId="{4A96AE4D-77A2-638A-11CD-C0E863025429}"/>
          </ac:spMkLst>
        </pc:spChg>
        <pc:spChg chg="add del">
          <ac:chgData name="happy tudou" userId="00fe0d76a8c86db4" providerId="LiveId" clId="{62191895-C015-44F2-89DE-00CBF2BA4F06}" dt="2024-05-15T01:38:40.507" v="755" actId="26606"/>
          <ac:spMkLst>
            <pc:docMk/>
            <pc:sldMk cId="482076075" sldId="259"/>
            <ac:spMk id="12" creationId="{20366137-3DBB-4912-98D5-6727020207DE}"/>
          </ac:spMkLst>
        </pc:spChg>
        <pc:spChg chg="add del">
          <ac:chgData name="happy tudou" userId="00fe0d76a8c86db4" providerId="LiveId" clId="{62191895-C015-44F2-89DE-00CBF2BA4F06}" dt="2024-05-15T01:38:40.507" v="755" actId="26606"/>
          <ac:spMkLst>
            <pc:docMk/>
            <pc:sldMk cId="482076075" sldId="259"/>
            <ac:spMk id="14" creationId="{5D28D1CE-5BF4-45B7-8D6D-B31A3198079C}"/>
          </ac:spMkLst>
        </pc:spChg>
        <pc:spChg chg="add del">
          <ac:chgData name="happy tudou" userId="00fe0d76a8c86db4" providerId="LiveId" clId="{62191895-C015-44F2-89DE-00CBF2BA4F06}" dt="2024-05-15T01:42:56.073" v="757" actId="478"/>
          <ac:spMkLst>
            <pc:docMk/>
            <pc:sldMk cId="482076075" sldId="259"/>
            <ac:spMk id="17" creationId="{A39A9964-611A-96E3-4BE4-CFEA7ADF5B11}"/>
          </ac:spMkLst>
        </pc:spChg>
        <pc:spChg chg="add del">
          <ac:chgData name="happy tudou" userId="00fe0d76a8c86db4" providerId="LiveId" clId="{62191895-C015-44F2-89DE-00CBF2BA4F06}" dt="2024-05-15T01:43:42.856" v="765" actId="26606"/>
          <ac:spMkLst>
            <pc:docMk/>
            <pc:sldMk cId="482076075" sldId="259"/>
            <ac:spMk id="21" creationId="{FFCDD23B-75C8-427B-BD08-53C8156CD7CD}"/>
          </ac:spMkLst>
        </pc:spChg>
        <pc:spChg chg="add del">
          <ac:chgData name="happy tudou" userId="00fe0d76a8c86db4" providerId="LiveId" clId="{62191895-C015-44F2-89DE-00CBF2BA4F06}" dt="2024-05-15T01:43:42.856" v="765" actId="26606"/>
          <ac:spMkLst>
            <pc:docMk/>
            <pc:sldMk cId="482076075" sldId="259"/>
            <ac:spMk id="23" creationId="{AFFC87AC-C919-4FE5-BAC3-39509E001152}"/>
          </ac:spMkLst>
        </pc:spChg>
        <pc:spChg chg="add del">
          <ac:chgData name="happy tudou" userId="00fe0d76a8c86db4" providerId="LiveId" clId="{62191895-C015-44F2-89DE-00CBF2BA4F06}" dt="2024-05-15T01:43:42.856" v="765" actId="26606"/>
          <ac:spMkLst>
            <pc:docMk/>
            <pc:sldMk cId="482076075" sldId="259"/>
            <ac:spMk id="25" creationId="{AB5E08C4-8CDD-4623-A5B8-E998C6DEE3B7}"/>
          </ac:spMkLst>
        </pc:spChg>
        <pc:spChg chg="add del">
          <ac:chgData name="happy tudou" userId="00fe0d76a8c86db4" providerId="LiveId" clId="{62191895-C015-44F2-89DE-00CBF2BA4F06}" dt="2024-05-15T01:43:42.856" v="765" actId="26606"/>
          <ac:spMkLst>
            <pc:docMk/>
            <pc:sldMk cId="482076075" sldId="259"/>
            <ac:spMk id="27" creationId="{15F33878-D502-4FFA-8ACE-F2AECDB2A23F}"/>
          </ac:spMkLst>
        </pc:spChg>
        <pc:spChg chg="add del">
          <ac:chgData name="happy tudou" userId="00fe0d76a8c86db4" providerId="LiveId" clId="{62191895-C015-44F2-89DE-00CBF2BA4F06}" dt="2024-05-15T01:43:36.853" v="762" actId="26606"/>
          <ac:spMkLst>
            <pc:docMk/>
            <pc:sldMk cId="482076075" sldId="259"/>
            <ac:spMk id="32" creationId="{FFCDD23B-75C8-427B-BD08-53C8156CD7CD}"/>
          </ac:spMkLst>
        </pc:spChg>
        <pc:spChg chg="add del">
          <ac:chgData name="happy tudou" userId="00fe0d76a8c86db4" providerId="LiveId" clId="{62191895-C015-44F2-89DE-00CBF2BA4F06}" dt="2024-05-15T01:43:36.853" v="762" actId="26606"/>
          <ac:spMkLst>
            <pc:docMk/>
            <pc:sldMk cId="482076075" sldId="259"/>
            <ac:spMk id="34" creationId="{AFFC87AC-C919-4FE5-BAC3-39509E001152}"/>
          </ac:spMkLst>
        </pc:spChg>
        <pc:spChg chg="add del">
          <ac:chgData name="happy tudou" userId="00fe0d76a8c86db4" providerId="LiveId" clId="{62191895-C015-44F2-89DE-00CBF2BA4F06}" dt="2024-05-15T01:43:36.853" v="762" actId="26606"/>
          <ac:spMkLst>
            <pc:docMk/>
            <pc:sldMk cId="482076075" sldId="259"/>
            <ac:spMk id="36" creationId="{AB5E08C4-8CDD-4623-A5B8-E998C6DEE3B7}"/>
          </ac:spMkLst>
        </pc:spChg>
        <pc:spChg chg="add del">
          <ac:chgData name="happy tudou" userId="00fe0d76a8c86db4" providerId="LiveId" clId="{62191895-C015-44F2-89DE-00CBF2BA4F06}" dt="2024-05-15T01:43:36.853" v="762" actId="26606"/>
          <ac:spMkLst>
            <pc:docMk/>
            <pc:sldMk cId="482076075" sldId="259"/>
            <ac:spMk id="38" creationId="{15F33878-D502-4FFA-8ACE-F2AECDB2A23F}"/>
          </ac:spMkLst>
        </pc:spChg>
        <pc:spChg chg="add del">
          <ac:chgData name="happy tudou" userId="00fe0d76a8c86db4" providerId="LiveId" clId="{62191895-C015-44F2-89DE-00CBF2BA4F06}" dt="2024-05-15T01:43:42.444" v="764" actId="26606"/>
          <ac:spMkLst>
            <pc:docMk/>
            <pc:sldMk cId="482076075" sldId="259"/>
            <ac:spMk id="40" creationId="{67EF550F-47CE-4FB2-9DAC-12AD835C833D}"/>
          </ac:spMkLst>
        </pc:spChg>
        <pc:spChg chg="add del">
          <ac:chgData name="happy tudou" userId="00fe0d76a8c86db4" providerId="LiveId" clId="{62191895-C015-44F2-89DE-00CBF2BA4F06}" dt="2024-05-15T01:43:42.444" v="764" actId="26606"/>
          <ac:spMkLst>
            <pc:docMk/>
            <pc:sldMk cId="482076075" sldId="259"/>
            <ac:spMk id="41" creationId="{1D50F262-343C-4101-AB3C-9DA1072F7305}"/>
          </ac:spMkLst>
        </pc:spChg>
        <pc:spChg chg="add del">
          <ac:chgData name="happy tudou" userId="00fe0d76a8c86db4" providerId="LiveId" clId="{62191895-C015-44F2-89DE-00CBF2BA4F06}" dt="2024-05-15T01:43:42.444" v="764" actId="26606"/>
          <ac:spMkLst>
            <pc:docMk/>
            <pc:sldMk cId="482076075" sldId="259"/>
            <ac:spMk id="42" creationId="{6A0924B3-0260-445E-AFD7-9533C0D1B3C9}"/>
          </ac:spMkLst>
        </pc:spChg>
        <pc:spChg chg="add del">
          <ac:chgData name="happy tudou" userId="00fe0d76a8c86db4" providerId="LiveId" clId="{62191895-C015-44F2-89DE-00CBF2BA4F06}" dt="2024-05-15T01:43:42.444" v="764" actId="26606"/>
          <ac:spMkLst>
            <pc:docMk/>
            <pc:sldMk cId="482076075" sldId="259"/>
            <ac:spMk id="43" creationId="{7C34E8CB-B972-4A94-8469-315C10C2AA93}"/>
          </ac:spMkLst>
        </pc:spChg>
        <pc:spChg chg="add del">
          <ac:chgData name="happy tudou" userId="00fe0d76a8c86db4" providerId="LiveId" clId="{62191895-C015-44F2-89DE-00CBF2BA4F06}" dt="2024-05-15T01:43:42.444" v="764" actId="26606"/>
          <ac:spMkLst>
            <pc:docMk/>
            <pc:sldMk cId="482076075" sldId="259"/>
            <ac:spMk id="44" creationId="{114A821F-8663-46BA-8CC0-D4C44F639F3A}"/>
          </ac:spMkLst>
        </pc:spChg>
        <pc:spChg chg="add">
          <ac:chgData name="happy tudou" userId="00fe0d76a8c86db4" providerId="LiveId" clId="{62191895-C015-44F2-89DE-00CBF2BA4F06}" dt="2024-05-15T01:43:42.856" v="765" actId="26606"/>
          <ac:spMkLst>
            <pc:docMk/>
            <pc:sldMk cId="482076075" sldId="259"/>
            <ac:spMk id="46" creationId="{3A930249-8242-4E2B-AF17-C01826488321}"/>
          </ac:spMkLst>
        </pc:spChg>
        <pc:spChg chg="add">
          <ac:chgData name="happy tudou" userId="00fe0d76a8c86db4" providerId="LiveId" clId="{62191895-C015-44F2-89DE-00CBF2BA4F06}" dt="2024-05-15T01:43:42.856" v="765" actId="26606"/>
          <ac:spMkLst>
            <pc:docMk/>
            <pc:sldMk cId="482076075" sldId="259"/>
            <ac:spMk id="47" creationId="{A5BDD999-C5E1-4B3E-A710-768673819165}"/>
          </ac:spMkLst>
        </pc:spChg>
        <pc:picChg chg="mod">
          <ac:chgData name="happy tudou" userId="00fe0d76a8c86db4" providerId="LiveId" clId="{62191895-C015-44F2-89DE-00CBF2BA4F06}" dt="2024-05-15T02:28:17.738" v="1318" actId="1076"/>
          <ac:picMkLst>
            <pc:docMk/>
            <pc:sldMk cId="482076075" sldId="259"/>
            <ac:picMk id="4" creationId="{10317040-4B74-C210-1174-64F2BBED7C56}"/>
          </ac:picMkLst>
        </pc:picChg>
        <pc:picChg chg="mod ord">
          <ac:chgData name="happy tudou" userId="00fe0d76a8c86db4" providerId="LiveId" clId="{62191895-C015-44F2-89DE-00CBF2BA4F06}" dt="2024-05-15T01:43:42.856" v="765" actId="26606"/>
          <ac:picMkLst>
            <pc:docMk/>
            <pc:sldMk cId="482076075" sldId="259"/>
            <ac:picMk id="5" creationId="{161C92E0-A22E-7EF4-3B01-C22654F9F9C3}"/>
          </ac:picMkLst>
        </pc:picChg>
        <pc:cxnChg chg="add del">
          <ac:chgData name="happy tudou" userId="00fe0d76a8c86db4" providerId="LiveId" clId="{62191895-C015-44F2-89DE-00CBF2BA4F06}" dt="2024-05-15T01:43:03.829" v="758" actId="26606"/>
          <ac:cxnSpMkLst>
            <pc:docMk/>
            <pc:sldMk cId="482076075" sldId="259"/>
            <ac:cxnSpMk id="16" creationId="{1503BFE4-729B-D9D0-C17B-501E6AF1127A}"/>
          </ac:cxnSpMkLst>
        </pc:cxnChg>
      </pc:sldChg>
      <pc:sldChg chg="addSp delSp modSp new mod setBg addAnim delAnim">
        <pc:chgData name="happy tudou" userId="00fe0d76a8c86db4" providerId="LiveId" clId="{62191895-C015-44F2-89DE-00CBF2BA4F06}" dt="2024-05-15T03:03:37.499" v="1567" actId="26606"/>
        <pc:sldMkLst>
          <pc:docMk/>
          <pc:sldMk cId="2014329804" sldId="260"/>
        </pc:sldMkLst>
        <pc:spChg chg="mod ord">
          <ac:chgData name="happy tudou" userId="00fe0d76a8c86db4" providerId="LiveId" clId="{62191895-C015-44F2-89DE-00CBF2BA4F06}" dt="2024-05-15T03:03:37.499" v="1567" actId="26606"/>
          <ac:spMkLst>
            <pc:docMk/>
            <pc:sldMk cId="2014329804" sldId="260"/>
            <ac:spMk id="2" creationId="{1CE62FEE-D303-D83A-0161-0C0CEE13BCDB}"/>
          </ac:spMkLst>
        </pc:spChg>
        <pc:spChg chg="del">
          <ac:chgData name="happy tudou" userId="00fe0d76a8c86db4" providerId="LiveId" clId="{62191895-C015-44F2-89DE-00CBF2BA4F06}" dt="2024-05-15T01:49:22.823" v="795"/>
          <ac:spMkLst>
            <pc:docMk/>
            <pc:sldMk cId="2014329804" sldId="260"/>
            <ac:spMk id="3" creationId="{31B1D890-C149-D072-0236-395543C69E30}"/>
          </ac:spMkLst>
        </pc:spChg>
        <pc:spChg chg="add mod">
          <ac:chgData name="happy tudou" userId="00fe0d76a8c86db4" providerId="LiveId" clId="{62191895-C015-44F2-89DE-00CBF2BA4F06}" dt="2024-05-15T02:53:34.233" v="1438" actId="33987"/>
          <ac:spMkLst>
            <pc:docMk/>
            <pc:sldMk cId="2014329804" sldId="260"/>
            <ac:spMk id="7" creationId="{1F117CCD-6BD0-F4D7-43AB-DA5E6079705A}"/>
          </ac:spMkLst>
        </pc:spChg>
        <pc:spChg chg="add mod">
          <ac:chgData name="happy tudou" userId="00fe0d76a8c86db4" providerId="LiveId" clId="{62191895-C015-44F2-89DE-00CBF2BA4F06}" dt="2024-05-15T02:53:47.691" v="1440" actId="33987"/>
          <ac:spMkLst>
            <pc:docMk/>
            <pc:sldMk cId="2014329804" sldId="260"/>
            <ac:spMk id="8" creationId="{917A31D4-C746-C492-52C8-ED9B371DA4D4}"/>
          </ac:spMkLst>
        </pc:spChg>
        <pc:spChg chg="add mod">
          <ac:chgData name="happy tudou" userId="00fe0d76a8c86db4" providerId="LiveId" clId="{62191895-C015-44F2-89DE-00CBF2BA4F06}" dt="2024-05-15T02:54:06.229" v="1442" actId="33987"/>
          <ac:spMkLst>
            <pc:docMk/>
            <pc:sldMk cId="2014329804" sldId="260"/>
            <ac:spMk id="9" creationId="{ACBBE48A-9CE6-377B-8347-B8C3BAE6558B}"/>
          </ac:spMkLst>
        </pc:spChg>
        <pc:spChg chg="add mod">
          <ac:chgData name="happy tudou" userId="00fe0d76a8c86db4" providerId="LiveId" clId="{62191895-C015-44F2-89DE-00CBF2BA4F06}" dt="2024-05-15T02:54:12.956" v="1444" actId="33987"/>
          <ac:spMkLst>
            <pc:docMk/>
            <pc:sldMk cId="2014329804" sldId="260"/>
            <ac:spMk id="10" creationId="{E55071BF-D746-296B-C892-AFDD887A6478}"/>
          </ac:spMkLst>
        </pc:spChg>
        <pc:spChg chg="add del">
          <ac:chgData name="happy tudou" userId="00fe0d76a8c86db4" providerId="LiveId" clId="{62191895-C015-44F2-89DE-00CBF2BA4F06}" dt="2024-05-15T02:29:33.732" v="1324" actId="26606"/>
          <ac:spMkLst>
            <pc:docMk/>
            <pc:sldMk cId="2014329804" sldId="260"/>
            <ac:spMk id="11" creationId="{A8CCCB6D-5162-4AAE-A5E3-3AC55410DBCE}"/>
          </ac:spMkLst>
        </pc:spChg>
        <pc:spChg chg="add del mod">
          <ac:chgData name="happy tudou" userId="00fe0d76a8c86db4" providerId="LiveId" clId="{62191895-C015-44F2-89DE-00CBF2BA4F06}" dt="2024-05-15T03:02:07.330" v="1502" actId="478"/>
          <ac:spMkLst>
            <pc:docMk/>
            <pc:sldMk cId="2014329804" sldId="260"/>
            <ac:spMk id="12" creationId="{7835E066-86AF-C2E0-A9FA-D4CD1A215DDE}"/>
          </ac:spMkLst>
        </pc:spChg>
        <pc:spChg chg="add del">
          <ac:chgData name="happy tudou" userId="00fe0d76a8c86db4" providerId="LiveId" clId="{62191895-C015-44F2-89DE-00CBF2BA4F06}" dt="2024-05-15T02:29:33.732" v="1324" actId="26606"/>
          <ac:spMkLst>
            <pc:docMk/>
            <pc:sldMk cId="2014329804" sldId="260"/>
            <ac:spMk id="13" creationId="{0BCD8C04-CC7B-40EF-82EB-E9821F79BB86}"/>
          </ac:spMkLst>
        </pc:spChg>
        <pc:spChg chg="add del mod">
          <ac:chgData name="happy tudou" userId="00fe0d76a8c86db4" providerId="LiveId" clId="{62191895-C015-44F2-89DE-00CBF2BA4F06}" dt="2024-05-15T03:02:14.418" v="1504" actId="478"/>
          <ac:spMkLst>
            <pc:docMk/>
            <pc:sldMk cId="2014329804" sldId="260"/>
            <ac:spMk id="15" creationId="{C28B4B4B-691D-C131-3826-BF207435747B}"/>
          </ac:spMkLst>
        </pc:spChg>
        <pc:spChg chg="add del">
          <ac:chgData name="happy tudou" userId="00fe0d76a8c86db4" providerId="LiveId" clId="{62191895-C015-44F2-89DE-00CBF2BA4F06}" dt="2024-05-15T02:29:29.151" v="1321" actId="26606"/>
          <ac:spMkLst>
            <pc:docMk/>
            <pc:sldMk cId="2014329804" sldId="260"/>
            <ac:spMk id="17" creationId="{F4B26943-D378-3C08-15ED-FE6C9D929D38}"/>
          </ac:spMkLst>
        </pc:spChg>
        <pc:spChg chg="add del">
          <ac:chgData name="happy tudou" userId="00fe0d76a8c86db4" providerId="LiveId" clId="{62191895-C015-44F2-89DE-00CBF2BA4F06}" dt="2024-05-15T02:29:33.713" v="1323" actId="26606"/>
          <ac:spMkLst>
            <pc:docMk/>
            <pc:sldMk cId="2014329804" sldId="260"/>
            <ac:spMk id="18" creationId="{A8CCCB6D-5162-4AAE-A5E3-3AC55410DBCE}"/>
          </ac:spMkLst>
        </pc:spChg>
        <pc:spChg chg="add del">
          <ac:chgData name="happy tudou" userId="00fe0d76a8c86db4" providerId="LiveId" clId="{62191895-C015-44F2-89DE-00CBF2BA4F06}" dt="2024-05-15T02:29:29.151" v="1321" actId="26606"/>
          <ac:spMkLst>
            <pc:docMk/>
            <pc:sldMk cId="2014329804" sldId="260"/>
            <ac:spMk id="20" creationId="{0D7B6173-1D58-48E2-83CF-37350F315F75}"/>
          </ac:spMkLst>
        </pc:spChg>
        <pc:spChg chg="add del">
          <ac:chgData name="happy tudou" userId="00fe0d76a8c86db4" providerId="LiveId" clId="{62191895-C015-44F2-89DE-00CBF2BA4F06}" dt="2024-05-15T02:29:29.151" v="1321" actId="26606"/>
          <ac:spMkLst>
            <pc:docMk/>
            <pc:sldMk cId="2014329804" sldId="260"/>
            <ac:spMk id="22" creationId="{2F36CA75-CFBF-4844-B719-8FE9EBADA9AF}"/>
          </ac:spMkLst>
        </pc:spChg>
        <pc:spChg chg="add del">
          <ac:chgData name="happy tudou" userId="00fe0d76a8c86db4" providerId="LiveId" clId="{62191895-C015-44F2-89DE-00CBF2BA4F06}" dt="2024-05-15T02:29:29.151" v="1321" actId="26606"/>
          <ac:spMkLst>
            <pc:docMk/>
            <pc:sldMk cId="2014329804" sldId="260"/>
            <ac:spMk id="24" creationId="{3D4A84B9-E564-4DD0-97F8-DBF1C460C28A}"/>
          </ac:spMkLst>
        </pc:spChg>
        <pc:spChg chg="add del">
          <ac:chgData name="happy tudou" userId="00fe0d76a8c86db4" providerId="LiveId" clId="{62191895-C015-44F2-89DE-00CBF2BA4F06}" dt="2024-05-15T02:29:29.151" v="1321" actId="26606"/>
          <ac:spMkLst>
            <pc:docMk/>
            <pc:sldMk cId="2014329804" sldId="260"/>
            <ac:spMk id="28" creationId="{102382E0-0A09-46AE-B955-B911CAFE7F00}"/>
          </ac:spMkLst>
        </pc:spChg>
        <pc:spChg chg="add del">
          <ac:chgData name="happy tudou" userId="00fe0d76a8c86db4" providerId="LiveId" clId="{62191895-C015-44F2-89DE-00CBF2BA4F06}" dt="2024-05-15T02:29:29.151" v="1321" actId="26606"/>
          <ac:spMkLst>
            <pc:docMk/>
            <pc:sldMk cId="2014329804" sldId="260"/>
            <ac:spMk id="30" creationId="{7DE75D4A-0965-4973-BE75-DECCAC9A9614}"/>
          </ac:spMkLst>
        </pc:spChg>
        <pc:spChg chg="add del">
          <ac:chgData name="happy tudou" userId="00fe0d76a8c86db4" providerId="LiveId" clId="{62191895-C015-44F2-89DE-00CBF2BA4F06}" dt="2024-05-15T02:29:33.713" v="1323" actId="26606"/>
          <ac:spMkLst>
            <pc:docMk/>
            <pc:sldMk cId="2014329804" sldId="260"/>
            <ac:spMk id="32" creationId="{0BCD8C04-CC7B-40EF-82EB-E9821F79BB86}"/>
          </ac:spMkLst>
        </pc:spChg>
        <pc:spChg chg="add del">
          <ac:chgData name="happy tudou" userId="00fe0d76a8c86db4" providerId="LiveId" clId="{62191895-C015-44F2-89DE-00CBF2BA4F06}" dt="2024-05-15T03:03:06.738" v="1554" actId="26606"/>
          <ac:spMkLst>
            <pc:docMk/>
            <pc:sldMk cId="2014329804" sldId="260"/>
            <ac:spMk id="34" creationId="{2172A0AC-3DCE-4672-BCAF-28FEF91F6020}"/>
          </ac:spMkLst>
        </pc:spChg>
        <pc:spChg chg="add del">
          <ac:chgData name="happy tudou" userId="00fe0d76a8c86db4" providerId="LiveId" clId="{62191895-C015-44F2-89DE-00CBF2BA4F06}" dt="2024-05-15T03:03:06.738" v="1554" actId="26606"/>
          <ac:spMkLst>
            <pc:docMk/>
            <pc:sldMk cId="2014329804" sldId="260"/>
            <ac:spMk id="35" creationId="{AE6F1C77-EDC9-4C5F-8C1C-62DD46BDA3C3}"/>
          </ac:spMkLst>
        </pc:spChg>
        <pc:spChg chg="add del mod">
          <ac:chgData name="happy tudou" userId="00fe0d76a8c86db4" providerId="LiveId" clId="{62191895-C015-44F2-89DE-00CBF2BA4F06}" dt="2024-05-15T03:02:11.644" v="1503" actId="478"/>
          <ac:spMkLst>
            <pc:docMk/>
            <pc:sldMk cId="2014329804" sldId="260"/>
            <ac:spMk id="36" creationId="{8DDEC2B4-16A2-7153-AE26-14196EC8805D}"/>
          </ac:spMkLst>
        </pc:spChg>
        <pc:spChg chg="add del">
          <ac:chgData name="happy tudou" userId="00fe0d76a8c86db4" providerId="LiveId" clId="{62191895-C015-44F2-89DE-00CBF2BA4F06}" dt="2024-05-15T03:03:37.499" v="1567" actId="26606"/>
          <ac:spMkLst>
            <pc:docMk/>
            <pc:sldMk cId="2014329804" sldId="260"/>
            <ac:spMk id="40" creationId="{ADA216DF-C268-4A25-A2DC-51E15F55003F}"/>
          </ac:spMkLst>
        </pc:spChg>
        <pc:spChg chg="add del">
          <ac:chgData name="happy tudou" userId="00fe0d76a8c86db4" providerId="LiveId" clId="{62191895-C015-44F2-89DE-00CBF2BA4F06}" dt="2024-05-15T03:03:37.499" v="1567" actId="26606"/>
          <ac:spMkLst>
            <pc:docMk/>
            <pc:sldMk cId="2014329804" sldId="260"/>
            <ac:spMk id="42" creationId="{DE127D07-37F2-4FE3-9F47-F0CD6740D5D8}"/>
          </ac:spMkLst>
        </pc:spChg>
        <pc:spChg chg="add del">
          <ac:chgData name="happy tudou" userId="00fe0d76a8c86db4" providerId="LiveId" clId="{62191895-C015-44F2-89DE-00CBF2BA4F06}" dt="2024-05-15T03:03:25.814" v="1557" actId="26606"/>
          <ac:spMkLst>
            <pc:docMk/>
            <pc:sldMk cId="2014329804" sldId="260"/>
            <ac:spMk id="47" creationId="{7B4F6806-5898-4FE8-B610-A058C8B8470A}"/>
          </ac:spMkLst>
        </pc:spChg>
        <pc:spChg chg="add del">
          <ac:chgData name="happy tudou" userId="00fe0d76a8c86db4" providerId="LiveId" clId="{62191895-C015-44F2-89DE-00CBF2BA4F06}" dt="2024-05-15T03:03:27.096" v="1559" actId="26606"/>
          <ac:spMkLst>
            <pc:docMk/>
            <pc:sldMk cId="2014329804" sldId="260"/>
            <ac:spMk id="49" creationId="{83D11BE6-2A04-4DBB-842D-88602B5EC728}"/>
          </ac:spMkLst>
        </pc:spChg>
        <pc:spChg chg="add del">
          <ac:chgData name="happy tudou" userId="00fe0d76a8c86db4" providerId="LiveId" clId="{62191895-C015-44F2-89DE-00CBF2BA4F06}" dt="2024-05-15T03:03:27.096" v="1559" actId="26606"/>
          <ac:spMkLst>
            <pc:docMk/>
            <pc:sldMk cId="2014329804" sldId="260"/>
            <ac:spMk id="50" creationId="{EDC07B27-4E3C-4BCF-ABDB-6AA72857C058}"/>
          </ac:spMkLst>
        </pc:spChg>
        <pc:spChg chg="add del">
          <ac:chgData name="happy tudou" userId="00fe0d76a8c86db4" providerId="LiveId" clId="{62191895-C015-44F2-89DE-00CBF2BA4F06}" dt="2024-05-15T03:03:27.096" v="1559" actId="26606"/>
          <ac:spMkLst>
            <pc:docMk/>
            <pc:sldMk cId="2014329804" sldId="260"/>
            <ac:spMk id="51" creationId="{2A05E02A-9AA9-45EC-B87B-B46F043F3F97}"/>
          </ac:spMkLst>
        </pc:spChg>
        <pc:spChg chg="add del">
          <ac:chgData name="happy tudou" userId="00fe0d76a8c86db4" providerId="LiveId" clId="{62191895-C015-44F2-89DE-00CBF2BA4F06}" dt="2024-05-15T03:03:27.096" v="1559" actId="26606"/>
          <ac:spMkLst>
            <pc:docMk/>
            <pc:sldMk cId="2014329804" sldId="260"/>
            <ac:spMk id="53" creationId="{0E91EDBA-E8E0-4575-8147-B700345215CE}"/>
          </ac:spMkLst>
        </pc:spChg>
        <pc:spChg chg="add del">
          <ac:chgData name="happy tudou" userId="00fe0d76a8c86db4" providerId="LiveId" clId="{62191895-C015-44F2-89DE-00CBF2BA4F06}" dt="2024-05-15T03:03:27.096" v="1559" actId="26606"/>
          <ac:spMkLst>
            <pc:docMk/>
            <pc:sldMk cId="2014329804" sldId="260"/>
            <ac:spMk id="55" creationId="{DFEE4473-A122-4E96-8C31-B4C5AAA274FD}"/>
          </ac:spMkLst>
        </pc:spChg>
        <pc:spChg chg="add del">
          <ac:chgData name="happy tudou" userId="00fe0d76a8c86db4" providerId="LiveId" clId="{62191895-C015-44F2-89DE-00CBF2BA4F06}" dt="2024-05-15T03:03:31.358" v="1561" actId="26606"/>
          <ac:spMkLst>
            <pc:docMk/>
            <pc:sldMk cId="2014329804" sldId="260"/>
            <ac:spMk id="57" creationId="{7B4F6806-5898-4FE8-B610-A058C8B8470A}"/>
          </ac:spMkLst>
        </pc:spChg>
        <pc:spChg chg="add del">
          <ac:chgData name="happy tudou" userId="00fe0d76a8c86db4" providerId="LiveId" clId="{62191895-C015-44F2-89DE-00CBF2BA4F06}" dt="2024-05-15T03:03:34.579" v="1564" actId="26606"/>
          <ac:spMkLst>
            <pc:docMk/>
            <pc:sldMk cId="2014329804" sldId="260"/>
            <ac:spMk id="59" creationId="{7E734232-46A8-4884-9A59-B7E3BA4BC313}"/>
          </ac:spMkLst>
        </pc:spChg>
        <pc:spChg chg="add del">
          <ac:chgData name="happy tudou" userId="00fe0d76a8c86db4" providerId="LiveId" clId="{62191895-C015-44F2-89DE-00CBF2BA4F06}" dt="2024-05-15T03:03:34.579" v="1564" actId="26606"/>
          <ac:spMkLst>
            <pc:docMk/>
            <pc:sldMk cId="2014329804" sldId="260"/>
            <ac:spMk id="60" creationId="{D346B8D2-3218-41A5-B817-9ABFB108C6DA}"/>
          </ac:spMkLst>
        </pc:spChg>
        <pc:spChg chg="add del">
          <ac:chgData name="happy tudou" userId="00fe0d76a8c86db4" providerId="LiveId" clId="{62191895-C015-44F2-89DE-00CBF2BA4F06}" dt="2024-05-15T03:03:34.579" v="1564" actId="26606"/>
          <ac:spMkLst>
            <pc:docMk/>
            <pc:sldMk cId="2014329804" sldId="260"/>
            <ac:spMk id="61" creationId="{88D6B9EF-FF47-487C-8B82-F9F2B9A54AD6}"/>
          </ac:spMkLst>
        </pc:spChg>
        <pc:spChg chg="add del">
          <ac:chgData name="happy tudou" userId="00fe0d76a8c86db4" providerId="LiveId" clId="{62191895-C015-44F2-89DE-00CBF2BA4F06}" dt="2024-05-15T03:03:37.469" v="1566" actId="26606"/>
          <ac:spMkLst>
            <pc:docMk/>
            <pc:sldMk cId="2014329804" sldId="260"/>
            <ac:spMk id="63" creationId="{9CB95732-565A-4D2C-A3AB-CC460C0D3826}"/>
          </ac:spMkLst>
        </pc:spChg>
        <pc:spChg chg="add del">
          <ac:chgData name="happy tudou" userId="00fe0d76a8c86db4" providerId="LiveId" clId="{62191895-C015-44F2-89DE-00CBF2BA4F06}" dt="2024-05-15T03:03:37.469" v="1566" actId="26606"/>
          <ac:spMkLst>
            <pc:docMk/>
            <pc:sldMk cId="2014329804" sldId="260"/>
            <ac:spMk id="64" creationId="{77F1AF47-AE98-4034-BD91-1976FA4D9C4C}"/>
          </ac:spMkLst>
        </pc:spChg>
        <pc:spChg chg="add del">
          <ac:chgData name="happy tudou" userId="00fe0d76a8c86db4" providerId="LiveId" clId="{62191895-C015-44F2-89DE-00CBF2BA4F06}" dt="2024-05-15T03:03:37.469" v="1566" actId="26606"/>
          <ac:spMkLst>
            <pc:docMk/>
            <pc:sldMk cId="2014329804" sldId="260"/>
            <ac:spMk id="65" creationId="{8EC0EE2B-2029-48DD-893D-F528E651B07D}"/>
          </ac:spMkLst>
        </pc:spChg>
        <pc:spChg chg="add del">
          <ac:chgData name="happy tudou" userId="00fe0d76a8c86db4" providerId="LiveId" clId="{62191895-C015-44F2-89DE-00CBF2BA4F06}" dt="2024-05-15T03:03:37.469" v="1566" actId="26606"/>
          <ac:spMkLst>
            <pc:docMk/>
            <pc:sldMk cId="2014329804" sldId="260"/>
            <ac:spMk id="66" creationId="{45AE1D08-1ED1-4F59-B42F-4D8EA33DC8C6}"/>
          </ac:spMkLst>
        </pc:spChg>
        <pc:spChg chg="add del">
          <ac:chgData name="happy tudou" userId="00fe0d76a8c86db4" providerId="LiveId" clId="{62191895-C015-44F2-89DE-00CBF2BA4F06}" dt="2024-05-15T03:03:37.469" v="1566" actId="26606"/>
          <ac:spMkLst>
            <pc:docMk/>
            <pc:sldMk cId="2014329804" sldId="260"/>
            <ac:spMk id="67" creationId="{9A79B912-88EA-4640-BDEB-51B3B11A026A}"/>
          </ac:spMkLst>
        </pc:spChg>
        <pc:spChg chg="add">
          <ac:chgData name="happy tudou" userId="00fe0d76a8c86db4" providerId="LiveId" clId="{62191895-C015-44F2-89DE-00CBF2BA4F06}" dt="2024-05-15T03:03:37.499" v="1567" actId="26606"/>
          <ac:spMkLst>
            <pc:docMk/>
            <pc:sldMk cId="2014329804" sldId="260"/>
            <ac:spMk id="69" creationId="{CA4BD6EE-7B51-447C-AAB3-028B7A3E515D}"/>
          </ac:spMkLst>
        </pc:spChg>
        <pc:spChg chg="add">
          <ac:chgData name="happy tudou" userId="00fe0d76a8c86db4" providerId="LiveId" clId="{62191895-C015-44F2-89DE-00CBF2BA4F06}" dt="2024-05-15T03:03:37.499" v="1567" actId="26606"/>
          <ac:spMkLst>
            <pc:docMk/>
            <pc:sldMk cId="2014329804" sldId="260"/>
            <ac:spMk id="70" creationId="{6B5FF7CD-712E-4187-BFF5-B192FFB33A49}"/>
          </ac:spMkLst>
        </pc:spChg>
        <pc:picChg chg="add mod ord">
          <ac:chgData name="happy tudou" userId="00fe0d76a8c86db4" providerId="LiveId" clId="{62191895-C015-44F2-89DE-00CBF2BA4F06}" dt="2024-05-15T03:03:37.499" v="1567" actId="26606"/>
          <ac:picMkLst>
            <pc:docMk/>
            <pc:sldMk cId="2014329804" sldId="260"/>
            <ac:picMk id="5" creationId="{0FCEE98A-5157-D882-EA99-DC3EBD7F099D}"/>
          </ac:picMkLst>
        </pc:picChg>
        <pc:picChg chg="mod ord">
          <ac:chgData name="happy tudou" userId="00fe0d76a8c86db4" providerId="LiveId" clId="{62191895-C015-44F2-89DE-00CBF2BA4F06}" dt="2024-05-15T03:03:37.499" v="1567" actId="26606"/>
          <ac:picMkLst>
            <pc:docMk/>
            <pc:sldMk cId="2014329804" sldId="260"/>
            <ac:picMk id="6" creationId="{BE53DF94-B34C-F408-8071-2480ED78186A}"/>
          </ac:picMkLst>
        </pc:picChg>
        <pc:picChg chg="add mod ord">
          <ac:chgData name="happy tudou" userId="00fe0d76a8c86db4" providerId="LiveId" clId="{62191895-C015-44F2-89DE-00CBF2BA4F06}" dt="2024-05-15T03:03:37.499" v="1567" actId="26606"/>
          <ac:picMkLst>
            <pc:docMk/>
            <pc:sldMk cId="2014329804" sldId="260"/>
            <ac:picMk id="19" creationId="{A05EC68A-F12E-D2C5-81D9-FA6C98BD7598}"/>
          </ac:picMkLst>
        </pc:picChg>
        <pc:picChg chg="add del">
          <ac:chgData name="happy tudou" userId="00fe0d76a8c86db4" providerId="LiveId" clId="{62191895-C015-44F2-89DE-00CBF2BA4F06}" dt="2024-05-15T02:29:29.151" v="1321" actId="26606"/>
          <ac:picMkLst>
            <pc:docMk/>
            <pc:sldMk cId="2014329804" sldId="260"/>
            <ac:picMk id="26" creationId="{4A599609-F5C2-4A0B-A992-913F814A631A}"/>
          </ac:picMkLst>
        </pc:picChg>
      </pc:sldChg>
      <pc:sldChg chg="addSp delSp modSp new mod setBg addAnim delAnim modAnim">
        <pc:chgData name="happy tudou" userId="00fe0d76a8c86db4" providerId="LiveId" clId="{62191895-C015-44F2-89DE-00CBF2BA4F06}" dt="2024-05-15T02:08:25.768" v="1238" actId="1076"/>
        <pc:sldMkLst>
          <pc:docMk/>
          <pc:sldMk cId="268085705" sldId="261"/>
        </pc:sldMkLst>
        <pc:spChg chg="del mod">
          <ac:chgData name="happy tudou" userId="00fe0d76a8c86db4" providerId="LiveId" clId="{62191895-C015-44F2-89DE-00CBF2BA4F06}" dt="2024-05-15T01:56:48.553" v="808" actId="478"/>
          <ac:spMkLst>
            <pc:docMk/>
            <pc:sldMk cId="268085705" sldId="261"/>
            <ac:spMk id="2" creationId="{F2F21D14-41F7-40B7-7490-738FB4F34293}"/>
          </ac:spMkLst>
        </pc:spChg>
        <pc:spChg chg="del mod ord">
          <ac:chgData name="happy tudou" userId="00fe0d76a8c86db4" providerId="LiveId" clId="{62191895-C015-44F2-89DE-00CBF2BA4F06}" dt="2024-05-15T01:57:19.465" v="814" actId="478"/>
          <ac:spMkLst>
            <pc:docMk/>
            <pc:sldMk cId="268085705" sldId="261"/>
            <ac:spMk id="3" creationId="{A0519707-37F4-FF9D-5F38-91AB470C7D7F}"/>
          </ac:spMkLst>
        </pc:spChg>
        <pc:spChg chg="add mod ord">
          <ac:chgData name="happy tudou" userId="00fe0d76a8c86db4" providerId="LiveId" clId="{62191895-C015-44F2-89DE-00CBF2BA4F06}" dt="2024-05-15T02:08:09.675" v="1234" actId="20577"/>
          <ac:spMkLst>
            <pc:docMk/>
            <pc:sldMk cId="268085705" sldId="261"/>
            <ac:spMk id="6" creationId="{90DAC733-A74C-2677-EEA1-AB6050DF631C}"/>
          </ac:spMkLst>
        </pc:spChg>
        <pc:spChg chg="add del mod">
          <ac:chgData name="happy tudou" userId="00fe0d76a8c86db4" providerId="LiveId" clId="{62191895-C015-44F2-89DE-00CBF2BA4F06}" dt="2024-05-15T01:57:23.526" v="815" actId="478"/>
          <ac:spMkLst>
            <pc:docMk/>
            <pc:sldMk cId="268085705" sldId="261"/>
            <ac:spMk id="8" creationId="{386C36B3-81B6-8938-EF02-0C0D4B913DEA}"/>
          </ac:spMkLst>
        </pc:spChg>
        <pc:spChg chg="add del">
          <ac:chgData name="happy tudou" userId="00fe0d76a8c86db4" providerId="LiveId" clId="{62191895-C015-44F2-89DE-00CBF2BA4F06}" dt="2024-05-15T01:59:57.818" v="876" actId="22"/>
          <ac:spMkLst>
            <pc:docMk/>
            <pc:sldMk cId="268085705" sldId="261"/>
            <ac:spMk id="11" creationId="{6A6DC782-599D-99E6-C9AE-35AA0581074D}"/>
          </ac:spMkLst>
        </pc:spChg>
        <pc:spChg chg="add del">
          <ac:chgData name="happy tudou" userId="00fe0d76a8c86db4" providerId="LiveId" clId="{62191895-C015-44F2-89DE-00CBF2BA4F06}" dt="2024-05-15T01:57:39.878" v="820" actId="26606"/>
          <ac:spMkLst>
            <pc:docMk/>
            <pc:sldMk cId="268085705" sldId="261"/>
            <ac:spMk id="17" creationId="{870A1295-61BC-4214-AA3E-D396673024D0}"/>
          </ac:spMkLst>
        </pc:spChg>
        <pc:spChg chg="add del">
          <ac:chgData name="happy tudou" userId="00fe0d76a8c86db4" providerId="LiveId" clId="{62191895-C015-44F2-89DE-00CBF2BA4F06}" dt="2024-05-15T01:57:38.839" v="817" actId="26606"/>
          <ac:spMkLst>
            <pc:docMk/>
            <pc:sldMk cId="268085705" sldId="261"/>
            <ac:spMk id="22" creationId="{37C89E4B-3C9F-44B9-8B86-D9E3D112D8EC}"/>
          </ac:spMkLst>
        </pc:spChg>
        <pc:spChg chg="add mod">
          <ac:chgData name="happy tudou" userId="00fe0d76a8c86db4" providerId="LiveId" clId="{62191895-C015-44F2-89DE-00CBF2BA4F06}" dt="2024-05-15T02:08:25.768" v="1238" actId="1076"/>
          <ac:spMkLst>
            <pc:docMk/>
            <pc:sldMk cId="268085705" sldId="261"/>
            <ac:spMk id="25" creationId="{3E125D5F-D6CE-4A0B-812D-A7CDA898632D}"/>
          </ac:spMkLst>
        </pc:spChg>
        <pc:spChg chg="add del">
          <ac:chgData name="happy tudou" userId="00fe0d76a8c86db4" providerId="LiveId" clId="{62191895-C015-44F2-89DE-00CBF2BA4F06}" dt="2024-05-15T01:57:39.863" v="819" actId="26606"/>
          <ac:spMkLst>
            <pc:docMk/>
            <pc:sldMk cId="268085705" sldId="261"/>
            <ac:spMk id="28" creationId="{6F828D28-8E09-41CC-8229-3070B5467A96}"/>
          </ac:spMkLst>
        </pc:spChg>
        <pc:spChg chg="add del">
          <ac:chgData name="happy tudou" userId="00fe0d76a8c86db4" providerId="LiveId" clId="{62191895-C015-44F2-89DE-00CBF2BA4F06}" dt="2024-05-15T01:57:39.863" v="819" actId="26606"/>
          <ac:spMkLst>
            <pc:docMk/>
            <pc:sldMk cId="268085705" sldId="261"/>
            <ac:spMk id="29" creationId="{D5B012D8-7F27-4758-9AC6-C889B154BD73}"/>
          </ac:spMkLst>
        </pc:spChg>
        <pc:spChg chg="add del">
          <ac:chgData name="happy tudou" userId="00fe0d76a8c86db4" providerId="LiveId" clId="{62191895-C015-44F2-89DE-00CBF2BA4F06}" dt="2024-05-15T01:57:39.863" v="819" actId="26606"/>
          <ac:spMkLst>
            <pc:docMk/>
            <pc:sldMk cId="268085705" sldId="261"/>
            <ac:spMk id="30" creationId="{4063B759-00FC-46D1-9898-8E8625268FAF}"/>
          </ac:spMkLst>
        </pc:spChg>
        <pc:spChg chg="add del">
          <ac:chgData name="happy tudou" userId="00fe0d76a8c86db4" providerId="LiveId" clId="{62191895-C015-44F2-89DE-00CBF2BA4F06}" dt="2024-05-15T02:05:07.546" v="1076" actId="26606"/>
          <ac:spMkLst>
            <pc:docMk/>
            <pc:sldMk cId="268085705" sldId="261"/>
            <ac:spMk id="32" creationId="{37C89E4B-3C9F-44B9-8B86-D9E3D112D8EC}"/>
          </ac:spMkLst>
        </pc:spChg>
        <pc:spChg chg="add del">
          <ac:chgData name="happy tudou" userId="00fe0d76a8c86db4" providerId="LiveId" clId="{62191895-C015-44F2-89DE-00CBF2BA4F06}" dt="2024-05-15T02:06:51.780" v="1119" actId="26606"/>
          <ac:spMkLst>
            <pc:docMk/>
            <pc:sldMk cId="268085705" sldId="261"/>
            <ac:spMk id="36" creationId="{A8CCCB6D-5162-4AAE-A5E3-3AC55410DBCE}"/>
          </ac:spMkLst>
        </pc:spChg>
        <pc:spChg chg="add del">
          <ac:chgData name="happy tudou" userId="00fe0d76a8c86db4" providerId="LiveId" clId="{62191895-C015-44F2-89DE-00CBF2BA4F06}" dt="2024-05-15T02:06:51.780" v="1119" actId="26606"/>
          <ac:spMkLst>
            <pc:docMk/>
            <pc:sldMk cId="268085705" sldId="261"/>
            <ac:spMk id="37" creationId="{0BCD8C04-CC7B-40EF-82EB-E9821F79BB86}"/>
          </ac:spMkLst>
        </pc:spChg>
        <pc:spChg chg="add del">
          <ac:chgData name="happy tudou" userId="00fe0d76a8c86db4" providerId="LiveId" clId="{62191895-C015-44F2-89DE-00CBF2BA4F06}" dt="2024-05-15T02:02:29.734" v="914" actId="26606"/>
          <ac:spMkLst>
            <pc:docMk/>
            <pc:sldMk cId="268085705" sldId="261"/>
            <ac:spMk id="39" creationId="{FFCDD23B-75C8-427B-BD08-53C8156CD7CD}"/>
          </ac:spMkLst>
        </pc:spChg>
        <pc:spChg chg="add">
          <ac:chgData name="happy tudou" userId="00fe0d76a8c86db4" providerId="LiveId" clId="{62191895-C015-44F2-89DE-00CBF2BA4F06}" dt="2024-05-15T02:06:51.780" v="1119" actId="26606"/>
          <ac:spMkLst>
            <pc:docMk/>
            <pc:sldMk cId="268085705" sldId="261"/>
            <ac:spMk id="40" creationId="{15F33878-D502-4FFA-8ACE-F2AECDB2A23F}"/>
          </ac:spMkLst>
        </pc:spChg>
        <pc:spChg chg="add del">
          <ac:chgData name="happy tudou" userId="00fe0d76a8c86db4" providerId="LiveId" clId="{62191895-C015-44F2-89DE-00CBF2BA4F06}" dt="2024-05-15T02:02:29.734" v="914" actId="26606"/>
          <ac:spMkLst>
            <pc:docMk/>
            <pc:sldMk cId="268085705" sldId="261"/>
            <ac:spMk id="41" creationId="{AFFC87AC-C919-4FE5-BAC3-39509E001152}"/>
          </ac:spMkLst>
        </pc:spChg>
        <pc:spChg chg="add">
          <ac:chgData name="happy tudou" userId="00fe0d76a8c86db4" providerId="LiveId" clId="{62191895-C015-44F2-89DE-00CBF2BA4F06}" dt="2024-05-15T02:06:51.780" v="1119" actId="26606"/>
          <ac:spMkLst>
            <pc:docMk/>
            <pc:sldMk cId="268085705" sldId="261"/>
            <ac:spMk id="42" creationId="{2151139A-886F-4B97-8815-729AD3831BBD}"/>
          </ac:spMkLst>
        </pc:spChg>
        <pc:spChg chg="add del">
          <ac:chgData name="happy tudou" userId="00fe0d76a8c86db4" providerId="LiveId" clId="{62191895-C015-44F2-89DE-00CBF2BA4F06}" dt="2024-05-15T02:02:29.734" v="914" actId="26606"/>
          <ac:spMkLst>
            <pc:docMk/>
            <pc:sldMk cId="268085705" sldId="261"/>
            <ac:spMk id="43" creationId="{AB5E08C4-8CDD-4623-A5B8-E998C6DEE3B7}"/>
          </ac:spMkLst>
        </pc:spChg>
        <pc:spChg chg="add">
          <ac:chgData name="happy tudou" userId="00fe0d76a8c86db4" providerId="LiveId" clId="{62191895-C015-44F2-89DE-00CBF2BA4F06}" dt="2024-05-15T02:06:51.780" v="1119" actId="26606"/>
          <ac:spMkLst>
            <pc:docMk/>
            <pc:sldMk cId="268085705" sldId="261"/>
            <ac:spMk id="44" creationId="{AB5E08C4-8CDD-4623-A5B8-E998C6DEE3B7}"/>
          </ac:spMkLst>
        </pc:spChg>
        <pc:spChg chg="add del">
          <ac:chgData name="happy tudou" userId="00fe0d76a8c86db4" providerId="LiveId" clId="{62191895-C015-44F2-89DE-00CBF2BA4F06}" dt="2024-05-15T02:02:29.734" v="914" actId="26606"/>
          <ac:spMkLst>
            <pc:docMk/>
            <pc:sldMk cId="268085705" sldId="261"/>
            <ac:spMk id="45" creationId="{15F33878-D502-4FFA-8ACE-F2AECDB2A23F}"/>
          </ac:spMkLst>
        </pc:spChg>
        <pc:spChg chg="add">
          <ac:chgData name="happy tudou" userId="00fe0d76a8c86db4" providerId="LiveId" clId="{62191895-C015-44F2-89DE-00CBF2BA4F06}" dt="2024-05-15T02:06:51.780" v="1119" actId="26606"/>
          <ac:spMkLst>
            <pc:docMk/>
            <pc:sldMk cId="268085705" sldId="261"/>
            <ac:spMk id="46" creationId="{AFFC87AC-C919-4FE5-BAC3-39509E001152}"/>
          </ac:spMkLst>
        </pc:spChg>
        <pc:spChg chg="add">
          <ac:chgData name="happy tudou" userId="00fe0d76a8c86db4" providerId="LiveId" clId="{62191895-C015-44F2-89DE-00CBF2BA4F06}" dt="2024-05-15T02:06:51.780" v="1119" actId="26606"/>
          <ac:spMkLst>
            <pc:docMk/>
            <pc:sldMk cId="268085705" sldId="261"/>
            <ac:spMk id="47" creationId="{977ACDD7-882D-4B81-A213-84C82B96B01E}"/>
          </ac:spMkLst>
        </pc:spChg>
        <pc:spChg chg="add">
          <ac:chgData name="happy tudou" userId="00fe0d76a8c86db4" providerId="LiveId" clId="{62191895-C015-44F2-89DE-00CBF2BA4F06}" dt="2024-05-15T02:06:51.780" v="1119" actId="26606"/>
          <ac:spMkLst>
            <pc:docMk/>
            <pc:sldMk cId="268085705" sldId="261"/>
            <ac:spMk id="48" creationId="{7D0659F6-0853-468D-B1B2-44FDBE98B80F}"/>
          </ac:spMkLst>
        </pc:spChg>
        <pc:spChg chg="add">
          <ac:chgData name="happy tudou" userId="00fe0d76a8c86db4" providerId="LiveId" clId="{62191895-C015-44F2-89DE-00CBF2BA4F06}" dt="2024-05-15T02:06:51.780" v="1119" actId="26606"/>
          <ac:spMkLst>
            <pc:docMk/>
            <pc:sldMk cId="268085705" sldId="261"/>
            <ac:spMk id="49" creationId="{D625ED14-F0D2-4FCA-87F3-4E3D2A03DF4A}"/>
          </ac:spMkLst>
        </pc:spChg>
        <pc:spChg chg="add del">
          <ac:chgData name="happy tudou" userId="00fe0d76a8c86db4" providerId="LiveId" clId="{62191895-C015-44F2-89DE-00CBF2BA4F06}" dt="2024-05-15T02:00:46.610" v="884" actId="26606"/>
          <ac:spMkLst>
            <pc:docMk/>
            <pc:sldMk cId="268085705" sldId="261"/>
            <ac:spMk id="50" creationId="{AC8EEB0F-BA72-49AC-956F-331B60FDE79E}"/>
          </ac:spMkLst>
        </pc:spChg>
        <pc:spChg chg="add del">
          <ac:chgData name="happy tudou" userId="00fe0d76a8c86db4" providerId="LiveId" clId="{62191895-C015-44F2-89DE-00CBF2BA4F06}" dt="2024-05-15T02:00:46.610" v="884" actId="26606"/>
          <ac:spMkLst>
            <pc:docMk/>
            <pc:sldMk cId="268085705" sldId="261"/>
            <ac:spMk id="52" creationId="{8CC700D5-9809-43F4-89D5-7DBBCB0DCC10}"/>
          </ac:spMkLst>
        </pc:spChg>
        <pc:spChg chg="add del">
          <ac:chgData name="happy tudou" userId="00fe0d76a8c86db4" providerId="LiveId" clId="{62191895-C015-44F2-89DE-00CBF2BA4F06}" dt="2024-05-15T02:00:46.610" v="884" actId="26606"/>
          <ac:spMkLst>
            <pc:docMk/>
            <pc:sldMk cId="268085705" sldId="261"/>
            <ac:spMk id="54" creationId="{C7163242-6303-46DC-BAC1-2A204F061321}"/>
          </ac:spMkLst>
        </pc:spChg>
        <pc:spChg chg="add del">
          <ac:chgData name="happy tudou" userId="00fe0d76a8c86db4" providerId="LiveId" clId="{62191895-C015-44F2-89DE-00CBF2BA4F06}" dt="2024-05-15T02:00:46.610" v="884" actId="26606"/>
          <ac:spMkLst>
            <pc:docMk/>
            <pc:sldMk cId="268085705" sldId="261"/>
            <ac:spMk id="56" creationId="{805C4C40-D70E-4C4F-B228-98A0A6132603}"/>
          </ac:spMkLst>
        </pc:spChg>
        <pc:spChg chg="add del">
          <ac:chgData name="happy tudou" userId="00fe0d76a8c86db4" providerId="LiveId" clId="{62191895-C015-44F2-89DE-00CBF2BA4F06}" dt="2024-05-15T02:00:54.792" v="886" actId="26606"/>
          <ac:spMkLst>
            <pc:docMk/>
            <pc:sldMk cId="268085705" sldId="261"/>
            <ac:spMk id="62" creationId="{A061BA2E-A388-41C5-B73A-B0FEB6B1029D}"/>
          </ac:spMkLst>
        </pc:spChg>
        <pc:spChg chg="add del">
          <ac:chgData name="happy tudou" userId="00fe0d76a8c86db4" providerId="LiveId" clId="{62191895-C015-44F2-89DE-00CBF2BA4F06}" dt="2024-05-15T02:00:54.792" v="886" actId="26606"/>
          <ac:spMkLst>
            <pc:docMk/>
            <pc:sldMk cId="268085705" sldId="261"/>
            <ac:spMk id="63" creationId="{76E192A2-3ED3-4081-8A86-A22B5114178F}"/>
          </ac:spMkLst>
        </pc:spChg>
        <pc:spChg chg="add del">
          <ac:chgData name="happy tudou" userId="00fe0d76a8c86db4" providerId="LiveId" clId="{62191895-C015-44F2-89DE-00CBF2BA4F06}" dt="2024-05-15T02:00:54.792" v="886" actId="26606"/>
          <ac:spMkLst>
            <pc:docMk/>
            <pc:sldMk cId="268085705" sldId="261"/>
            <ac:spMk id="64" creationId="{79F40191-0F44-4FD1-82CC-ACB507C14BE6}"/>
          </ac:spMkLst>
        </pc:spChg>
        <pc:spChg chg="add del">
          <ac:chgData name="happy tudou" userId="00fe0d76a8c86db4" providerId="LiveId" clId="{62191895-C015-44F2-89DE-00CBF2BA4F06}" dt="2024-05-15T02:00:57.033" v="888" actId="26606"/>
          <ac:spMkLst>
            <pc:docMk/>
            <pc:sldMk cId="268085705" sldId="261"/>
            <ac:spMk id="66" creationId="{FA69AAE0-49D5-4C8B-8BA2-55898C00E05E}"/>
          </ac:spMkLst>
        </pc:spChg>
        <pc:spChg chg="add del">
          <ac:chgData name="happy tudou" userId="00fe0d76a8c86db4" providerId="LiveId" clId="{62191895-C015-44F2-89DE-00CBF2BA4F06}" dt="2024-05-15T02:00:59.811" v="890" actId="26606"/>
          <ac:spMkLst>
            <pc:docMk/>
            <pc:sldMk cId="268085705" sldId="261"/>
            <ac:spMk id="68" creationId="{2151139A-886F-4B97-8815-729AD3831BBD}"/>
          </ac:spMkLst>
        </pc:spChg>
        <pc:spChg chg="add del">
          <ac:chgData name="happy tudou" userId="00fe0d76a8c86db4" providerId="LiveId" clId="{62191895-C015-44F2-89DE-00CBF2BA4F06}" dt="2024-05-15T02:00:59.811" v="890" actId="26606"/>
          <ac:spMkLst>
            <pc:docMk/>
            <pc:sldMk cId="268085705" sldId="261"/>
            <ac:spMk id="69" creationId="{5428AC11-BFDF-42EF-80FF-717BBF909067}"/>
          </ac:spMkLst>
        </pc:spChg>
        <pc:spChg chg="add del">
          <ac:chgData name="happy tudou" userId="00fe0d76a8c86db4" providerId="LiveId" clId="{62191895-C015-44F2-89DE-00CBF2BA4F06}" dt="2024-05-15T02:00:59.811" v="890" actId="26606"/>
          <ac:spMkLst>
            <pc:docMk/>
            <pc:sldMk cId="268085705" sldId="261"/>
            <ac:spMk id="70" creationId="{2CC56AF6-38E4-490B-8E2B-1A1037B4EDD4}"/>
          </ac:spMkLst>
        </pc:spChg>
        <pc:spChg chg="add del">
          <ac:chgData name="happy tudou" userId="00fe0d76a8c86db4" providerId="LiveId" clId="{62191895-C015-44F2-89DE-00CBF2BA4F06}" dt="2024-05-15T02:00:59.811" v="890" actId="26606"/>
          <ac:spMkLst>
            <pc:docMk/>
            <pc:sldMk cId="268085705" sldId="261"/>
            <ac:spMk id="71" creationId="{32FD26B0-16CE-4AD4-9CE4-A63EBF330831}"/>
          </ac:spMkLst>
        </pc:spChg>
        <pc:spChg chg="add del">
          <ac:chgData name="happy tudou" userId="00fe0d76a8c86db4" providerId="LiveId" clId="{62191895-C015-44F2-89DE-00CBF2BA4F06}" dt="2024-05-15T02:01:00.962" v="892" actId="26606"/>
          <ac:spMkLst>
            <pc:docMk/>
            <pc:sldMk cId="268085705" sldId="261"/>
            <ac:spMk id="73" creationId="{AE47195D-EC06-4298-8805-0F0D65997676}"/>
          </ac:spMkLst>
        </pc:spChg>
        <pc:spChg chg="add del">
          <ac:chgData name="happy tudou" userId="00fe0d76a8c86db4" providerId="LiveId" clId="{62191895-C015-44F2-89DE-00CBF2BA4F06}" dt="2024-05-15T02:01:00.962" v="892" actId="26606"/>
          <ac:spMkLst>
            <pc:docMk/>
            <pc:sldMk cId="268085705" sldId="261"/>
            <ac:spMk id="74" creationId="{99413ED5-9ED4-4772-BCE4-2BCAE6B12E35}"/>
          </ac:spMkLst>
        </pc:spChg>
        <pc:spChg chg="add del">
          <ac:chgData name="happy tudou" userId="00fe0d76a8c86db4" providerId="LiveId" clId="{62191895-C015-44F2-89DE-00CBF2BA4F06}" dt="2024-05-15T02:01:00.962" v="892" actId="26606"/>
          <ac:spMkLst>
            <pc:docMk/>
            <pc:sldMk cId="268085705" sldId="261"/>
            <ac:spMk id="75" creationId="{04357C93-F0CB-4A1C-8F77-4E9063789819}"/>
          </ac:spMkLst>
        </pc:spChg>
        <pc:spChg chg="add del">
          <ac:chgData name="happy tudou" userId="00fe0d76a8c86db4" providerId="LiveId" clId="{62191895-C015-44F2-89DE-00CBF2BA4F06}" dt="2024-05-15T02:01:00.962" v="892" actId="26606"/>
          <ac:spMkLst>
            <pc:docMk/>
            <pc:sldMk cId="268085705" sldId="261"/>
            <ac:spMk id="76" creationId="{90F533E9-6690-41A8-A372-4C6C622D028D}"/>
          </ac:spMkLst>
        </pc:spChg>
        <pc:spChg chg="add del">
          <ac:chgData name="happy tudou" userId="00fe0d76a8c86db4" providerId="LiveId" clId="{62191895-C015-44F2-89DE-00CBF2BA4F06}" dt="2024-05-15T02:02:20.236" v="900" actId="26606"/>
          <ac:spMkLst>
            <pc:docMk/>
            <pc:sldMk cId="268085705" sldId="261"/>
            <ac:spMk id="83" creationId="{4D4677D2-D5AC-4CF9-9EED-2B89D0A1C212}"/>
          </ac:spMkLst>
        </pc:spChg>
        <pc:spChg chg="add del">
          <ac:chgData name="happy tudou" userId="00fe0d76a8c86db4" providerId="LiveId" clId="{62191895-C015-44F2-89DE-00CBF2BA4F06}" dt="2024-05-15T02:02:20.236" v="900" actId="26606"/>
          <ac:spMkLst>
            <pc:docMk/>
            <pc:sldMk cId="268085705" sldId="261"/>
            <ac:spMk id="85" creationId="{AF695F69-7001-421E-98A8-E74156934A51}"/>
          </ac:spMkLst>
        </pc:spChg>
        <pc:spChg chg="add del">
          <ac:chgData name="happy tudou" userId="00fe0d76a8c86db4" providerId="LiveId" clId="{62191895-C015-44F2-89DE-00CBF2BA4F06}" dt="2024-05-15T02:02:24.618" v="904" actId="26606"/>
          <ac:spMkLst>
            <pc:docMk/>
            <pc:sldMk cId="268085705" sldId="261"/>
            <ac:spMk id="89" creationId="{4D4677D2-D5AC-4CF9-9EED-2B89D0A1C212}"/>
          </ac:spMkLst>
        </pc:spChg>
        <pc:spChg chg="add del">
          <ac:chgData name="happy tudou" userId="00fe0d76a8c86db4" providerId="LiveId" clId="{62191895-C015-44F2-89DE-00CBF2BA4F06}" dt="2024-05-15T02:02:24.618" v="904" actId="26606"/>
          <ac:spMkLst>
            <pc:docMk/>
            <pc:sldMk cId="268085705" sldId="261"/>
            <ac:spMk id="90" creationId="{AF695F69-7001-421E-98A8-E74156934A51}"/>
          </ac:spMkLst>
        </pc:spChg>
        <pc:grpChg chg="add del">
          <ac:chgData name="happy tudou" userId="00fe0d76a8c86db4" providerId="LiveId" clId="{62191895-C015-44F2-89DE-00CBF2BA4F06}" dt="2024-05-15T01:57:39.878" v="820" actId="26606"/>
          <ac:grpSpMkLst>
            <pc:docMk/>
            <pc:sldMk cId="268085705" sldId="261"/>
            <ac:grpSpMk id="12" creationId="{0B139475-2B26-4CA9-9413-DE741E49F7BB}"/>
          </ac:grpSpMkLst>
        </pc:grpChg>
        <pc:grpChg chg="add del">
          <ac:chgData name="happy tudou" userId="00fe0d76a8c86db4" providerId="LiveId" clId="{62191895-C015-44F2-89DE-00CBF2BA4F06}" dt="2024-05-15T02:00:46.610" v="884" actId="26606"/>
          <ac:grpSpMkLst>
            <pc:docMk/>
            <pc:sldMk cId="268085705" sldId="261"/>
            <ac:grpSpMk id="58" creationId="{06536C0D-2219-44F1-94EC-B9A56501DB36}"/>
          </ac:grpSpMkLst>
        </pc:grpChg>
        <pc:picChg chg="add del mod ord">
          <ac:chgData name="happy tudou" userId="00fe0d76a8c86db4" providerId="LiveId" clId="{62191895-C015-44F2-89DE-00CBF2BA4F06}" dt="2024-05-15T02:02:33.616" v="917" actId="478"/>
          <ac:picMkLst>
            <pc:docMk/>
            <pc:sldMk cId="268085705" sldId="261"/>
            <ac:picMk id="4" creationId="{7BCFA279-FB22-3B9B-FF92-112EADFB692D}"/>
          </ac:picMkLst>
        </pc:picChg>
        <pc:picChg chg="add mod ord">
          <ac:chgData name="happy tudou" userId="00fe0d76a8c86db4" providerId="LiveId" clId="{62191895-C015-44F2-89DE-00CBF2BA4F06}" dt="2024-05-15T02:06:51.780" v="1119" actId="26606"/>
          <ac:picMkLst>
            <pc:docMk/>
            <pc:sldMk cId="268085705" sldId="261"/>
            <ac:picMk id="5" creationId="{6133339D-09C8-E1CB-CBC2-2C92F277B7F6}"/>
          </ac:picMkLst>
        </pc:picChg>
        <pc:picChg chg="add del mod">
          <ac:chgData name="happy tudou" userId="00fe0d76a8c86db4" providerId="LiveId" clId="{62191895-C015-44F2-89DE-00CBF2BA4F06}" dt="2024-05-15T02:02:34.116" v="918" actId="478"/>
          <ac:picMkLst>
            <pc:docMk/>
            <pc:sldMk cId="268085705" sldId="261"/>
            <ac:picMk id="19" creationId="{108834AE-2031-BFA1-1BA3-E029311A777A}"/>
          </ac:picMkLst>
        </pc:picChg>
        <pc:picChg chg="add del mod">
          <ac:chgData name="happy tudou" userId="00fe0d76a8c86db4" providerId="LiveId" clId="{62191895-C015-44F2-89DE-00CBF2BA4F06}" dt="2024-05-15T02:04:05.179" v="1072" actId="478"/>
          <ac:picMkLst>
            <pc:docMk/>
            <pc:sldMk cId="268085705" sldId="261"/>
            <ac:picMk id="20" creationId="{7BCFA279-FB22-3B9B-FF92-112EADFB692D}"/>
          </ac:picMkLst>
        </pc:picChg>
        <pc:picChg chg="add mod">
          <ac:chgData name="happy tudou" userId="00fe0d76a8c86db4" providerId="LiveId" clId="{62191895-C015-44F2-89DE-00CBF2BA4F06}" dt="2024-05-15T02:06:51.780" v="1119" actId="26606"/>
          <ac:picMkLst>
            <pc:docMk/>
            <pc:sldMk cId="268085705" sldId="261"/>
            <ac:picMk id="23" creationId="{2F1BC53B-5EC3-01CB-701D-8EBC09B302B8}"/>
          </ac:picMkLst>
        </pc:picChg>
        <pc:cxnChg chg="add del">
          <ac:chgData name="happy tudou" userId="00fe0d76a8c86db4" providerId="LiveId" clId="{62191895-C015-44F2-89DE-00CBF2BA4F06}" dt="2024-05-15T01:56:35.536" v="804" actId="26606"/>
          <ac:cxnSpMkLst>
            <pc:docMk/>
            <pc:sldMk cId="268085705" sldId="261"/>
            <ac:cxnSpMk id="10" creationId="{7667AA61-5C27-F30F-D229-06CBE5709F33}"/>
          </ac:cxnSpMkLst>
        </pc:cxnChg>
        <pc:cxnChg chg="add del">
          <ac:chgData name="happy tudou" userId="00fe0d76a8c86db4" providerId="LiveId" clId="{62191895-C015-44F2-89DE-00CBF2BA4F06}" dt="2024-05-15T01:57:38.839" v="817" actId="26606"/>
          <ac:cxnSpMkLst>
            <pc:docMk/>
            <pc:sldMk cId="268085705" sldId="261"/>
            <ac:cxnSpMk id="24" creationId="{AA2EAA10-076F-46BD-8F0F-B9A2FB77A85C}"/>
          </ac:cxnSpMkLst>
        </pc:cxnChg>
        <pc:cxnChg chg="add del">
          <ac:chgData name="happy tudou" userId="00fe0d76a8c86db4" providerId="LiveId" clId="{62191895-C015-44F2-89DE-00CBF2BA4F06}" dt="2024-05-15T01:57:38.839" v="817" actId="26606"/>
          <ac:cxnSpMkLst>
            <pc:docMk/>
            <pc:sldMk cId="268085705" sldId="261"/>
            <ac:cxnSpMk id="26" creationId="{D891E407-403B-4764-86C9-33A56D3BCAA3}"/>
          </ac:cxnSpMkLst>
        </pc:cxnChg>
        <pc:cxnChg chg="add del">
          <ac:chgData name="happy tudou" userId="00fe0d76a8c86db4" providerId="LiveId" clId="{62191895-C015-44F2-89DE-00CBF2BA4F06}" dt="2024-05-15T02:05:07.546" v="1076" actId="26606"/>
          <ac:cxnSpMkLst>
            <pc:docMk/>
            <pc:sldMk cId="268085705" sldId="261"/>
            <ac:cxnSpMk id="33" creationId="{AA2EAA10-076F-46BD-8F0F-B9A2FB77A85C}"/>
          </ac:cxnSpMkLst>
        </pc:cxnChg>
        <pc:cxnChg chg="add del">
          <ac:chgData name="happy tudou" userId="00fe0d76a8c86db4" providerId="LiveId" clId="{62191895-C015-44F2-89DE-00CBF2BA4F06}" dt="2024-05-15T02:05:07.546" v="1076" actId="26606"/>
          <ac:cxnSpMkLst>
            <pc:docMk/>
            <pc:sldMk cId="268085705" sldId="261"/>
            <ac:cxnSpMk id="34" creationId="{D891E407-403B-4764-86C9-33A56D3BCAA3}"/>
          </ac:cxnSpMkLst>
        </pc:cxnChg>
        <pc:cxnChg chg="add del">
          <ac:chgData name="happy tudou" userId="00fe0d76a8c86db4" providerId="LiveId" clId="{62191895-C015-44F2-89DE-00CBF2BA4F06}" dt="2024-05-15T02:02:26.019" v="910" actId="26606"/>
          <ac:cxnSpMkLst>
            <pc:docMk/>
            <pc:sldMk cId="268085705" sldId="261"/>
            <ac:cxnSpMk id="78" creationId="{192712F8-36FA-35DF-0CE8-4098D93322A3}"/>
          </ac:cxnSpMkLst>
        </pc:cxnChg>
        <pc:cxnChg chg="add del">
          <ac:chgData name="happy tudou" userId="00fe0d76a8c86db4" providerId="LiveId" clId="{62191895-C015-44F2-89DE-00CBF2BA4F06}" dt="2024-05-15T02:02:21.947" v="902" actId="26606"/>
          <ac:cxnSpMkLst>
            <pc:docMk/>
            <pc:sldMk cId="268085705" sldId="261"/>
            <ac:cxnSpMk id="87" creationId="{192712F8-36FA-35DF-0CE8-4098D93322A3}"/>
          </ac:cxnSpMkLst>
        </pc:cxnChg>
      </pc:sldChg>
      <pc:sldChg chg="addSp delSp modSp new mod setBg">
        <pc:chgData name="happy tudou" userId="00fe0d76a8c86db4" providerId="LiveId" clId="{62191895-C015-44F2-89DE-00CBF2BA4F06}" dt="2024-05-15T02:24:40.049" v="1313" actId="2711"/>
        <pc:sldMkLst>
          <pc:docMk/>
          <pc:sldMk cId="266616552" sldId="262"/>
        </pc:sldMkLst>
        <pc:spChg chg="del mod ord">
          <ac:chgData name="happy tudou" userId="00fe0d76a8c86db4" providerId="LiveId" clId="{62191895-C015-44F2-89DE-00CBF2BA4F06}" dt="2024-05-15T02:22:24.246" v="1286" actId="478"/>
          <ac:spMkLst>
            <pc:docMk/>
            <pc:sldMk cId="266616552" sldId="262"/>
            <ac:spMk id="2" creationId="{C5275F29-6595-4880-0437-52AE83B1C8CE}"/>
          </ac:spMkLst>
        </pc:spChg>
        <pc:spChg chg="del">
          <ac:chgData name="happy tudou" userId="00fe0d76a8c86db4" providerId="LiveId" clId="{62191895-C015-44F2-89DE-00CBF2BA4F06}" dt="2024-05-15T02:17:33.312" v="1239"/>
          <ac:spMkLst>
            <pc:docMk/>
            <pc:sldMk cId="266616552" sldId="262"/>
            <ac:spMk id="3" creationId="{A1BF909B-C46E-3C2D-71BB-8D2531482FB4}"/>
          </ac:spMkLst>
        </pc:spChg>
        <pc:spChg chg="add del">
          <ac:chgData name="happy tudou" userId="00fe0d76a8c86db4" providerId="LiveId" clId="{62191895-C015-44F2-89DE-00CBF2BA4F06}" dt="2024-05-15T02:18:38.144" v="1269" actId="478"/>
          <ac:spMkLst>
            <pc:docMk/>
            <pc:sldMk cId="266616552" sldId="262"/>
            <ac:spMk id="9" creationId="{48FD3A0E-6B6A-015A-2F42-C405BFFEE73C}"/>
          </ac:spMkLst>
        </pc:spChg>
        <pc:spChg chg="add mod">
          <ac:chgData name="happy tudou" userId="00fe0d76a8c86db4" providerId="LiveId" clId="{62191895-C015-44F2-89DE-00CBF2BA4F06}" dt="2024-05-15T02:22:03.372" v="1283" actId="33987"/>
          <ac:spMkLst>
            <pc:docMk/>
            <pc:sldMk cId="266616552" sldId="262"/>
            <ac:spMk id="11" creationId="{37860FB4-381D-AF47-9903-32DAB70B1D40}"/>
          </ac:spMkLst>
        </pc:spChg>
        <pc:spChg chg="add del">
          <ac:chgData name="happy tudou" userId="00fe0d76a8c86db4" providerId="LiveId" clId="{62191895-C015-44F2-89DE-00CBF2BA4F06}" dt="2024-05-15T02:18:49.946" v="1272" actId="26606"/>
          <ac:spMkLst>
            <pc:docMk/>
            <pc:sldMk cId="266616552" sldId="262"/>
            <ac:spMk id="12" creationId="{D7A453D2-15D8-4403-815F-291FA16340D9}"/>
          </ac:spMkLst>
        </pc:spChg>
        <pc:spChg chg="add mod ord">
          <ac:chgData name="happy tudou" userId="00fe0d76a8c86db4" providerId="LiveId" clId="{62191895-C015-44F2-89DE-00CBF2BA4F06}" dt="2024-05-15T02:24:40.049" v="1313" actId="2711"/>
          <ac:spMkLst>
            <pc:docMk/>
            <pc:sldMk cId="266616552" sldId="262"/>
            <ac:spMk id="13" creationId="{1A75B02C-DD8E-6388-E3FC-B6A5FD7316AD}"/>
          </ac:spMkLst>
        </pc:spChg>
        <pc:spChg chg="add del">
          <ac:chgData name="happy tudou" userId="00fe0d76a8c86db4" providerId="LiveId" clId="{62191895-C015-44F2-89DE-00CBF2BA4F06}" dt="2024-05-15T02:18:49.946" v="1272" actId="26606"/>
          <ac:spMkLst>
            <pc:docMk/>
            <pc:sldMk cId="266616552" sldId="262"/>
            <ac:spMk id="14" creationId="{8161EA6B-09CA-445B-AB0D-8DF76FA92DEF}"/>
          </ac:spMkLst>
        </pc:spChg>
        <pc:spChg chg="add del">
          <ac:chgData name="happy tudou" userId="00fe0d76a8c86db4" providerId="LiveId" clId="{62191895-C015-44F2-89DE-00CBF2BA4F06}" dt="2024-05-15T02:18:49.946" v="1272" actId="26606"/>
          <ac:spMkLst>
            <pc:docMk/>
            <pc:sldMk cId="266616552" sldId="262"/>
            <ac:spMk id="24" creationId="{B8114C98-A349-4111-A123-E8EAB86ABE30}"/>
          </ac:spMkLst>
        </pc:spChg>
        <pc:spChg chg="add del">
          <ac:chgData name="happy tudou" userId="00fe0d76a8c86db4" providerId="LiveId" clId="{62191895-C015-44F2-89DE-00CBF2BA4F06}" dt="2024-05-15T02:18:49.946" v="1272" actId="26606"/>
          <ac:spMkLst>
            <pc:docMk/>
            <pc:sldMk cId="266616552" sldId="262"/>
            <ac:spMk id="38" creationId="{E2D3D3F2-ABBB-4453-B1C5-1BEBF7E4DD56}"/>
          </ac:spMkLst>
        </pc:spChg>
        <pc:spChg chg="add del">
          <ac:chgData name="happy tudou" userId="00fe0d76a8c86db4" providerId="LiveId" clId="{62191895-C015-44F2-89DE-00CBF2BA4F06}" dt="2024-05-15T02:18:49.898" v="1271" actId="26606"/>
          <ac:spMkLst>
            <pc:docMk/>
            <pc:sldMk cId="266616552" sldId="262"/>
            <ac:spMk id="49" creationId="{5A59F003-E00A-43F9-91DC-CC54E3B87466}"/>
          </ac:spMkLst>
        </pc:spChg>
        <pc:spChg chg="add del">
          <ac:chgData name="happy tudou" userId="00fe0d76a8c86db4" providerId="LiveId" clId="{62191895-C015-44F2-89DE-00CBF2BA4F06}" dt="2024-05-15T02:18:49.898" v="1271" actId="26606"/>
          <ac:spMkLst>
            <pc:docMk/>
            <pc:sldMk cId="266616552" sldId="262"/>
            <ac:spMk id="51" creationId="{D74A4382-E3AD-430A-9A1F-DFA3E0E77A7D}"/>
          </ac:spMkLst>
        </pc:spChg>
        <pc:spChg chg="add del">
          <ac:chgData name="happy tudou" userId="00fe0d76a8c86db4" providerId="LiveId" clId="{62191895-C015-44F2-89DE-00CBF2BA4F06}" dt="2024-05-15T02:18:49.898" v="1271" actId="26606"/>
          <ac:spMkLst>
            <pc:docMk/>
            <pc:sldMk cId="266616552" sldId="262"/>
            <ac:spMk id="53" creationId="{79F40191-0F44-4FD1-82CC-ACB507C14BE6}"/>
          </ac:spMkLst>
        </pc:spChg>
        <pc:spChg chg="add del">
          <ac:chgData name="happy tudou" userId="00fe0d76a8c86db4" providerId="LiveId" clId="{62191895-C015-44F2-89DE-00CBF2BA4F06}" dt="2024-05-15T02:21:43.874" v="1281" actId="26606"/>
          <ac:spMkLst>
            <pc:docMk/>
            <pc:sldMk cId="266616552" sldId="262"/>
            <ac:spMk id="60" creationId="{17BD7CC6-2F7F-4587-8E92-D041AB2CEB32}"/>
          </ac:spMkLst>
        </pc:spChg>
        <pc:spChg chg="add del">
          <ac:chgData name="happy tudou" userId="00fe0d76a8c86db4" providerId="LiveId" clId="{62191895-C015-44F2-89DE-00CBF2BA4F06}" dt="2024-05-15T02:21:43.874" v="1281" actId="26606"/>
          <ac:spMkLst>
            <pc:docMk/>
            <pc:sldMk cId="266616552" sldId="262"/>
            <ac:spMk id="61" creationId="{A3919D60-F174-4FEB-9E9D-5AF6BD6597C9}"/>
          </ac:spMkLst>
        </pc:spChg>
        <pc:spChg chg="add del">
          <ac:chgData name="happy tudou" userId="00fe0d76a8c86db4" providerId="LiveId" clId="{62191895-C015-44F2-89DE-00CBF2BA4F06}" dt="2024-05-15T02:21:43.874" v="1281" actId="26606"/>
          <ac:spMkLst>
            <pc:docMk/>
            <pc:sldMk cId="266616552" sldId="262"/>
            <ac:spMk id="62" creationId="{BE7ED1F4-19EF-4BC2-A6EA-DF1525142B28}"/>
          </ac:spMkLst>
        </pc:spChg>
        <pc:spChg chg="add del">
          <ac:chgData name="happy tudou" userId="00fe0d76a8c86db4" providerId="LiveId" clId="{62191895-C015-44F2-89DE-00CBF2BA4F06}" dt="2024-05-15T02:21:43.874" v="1281" actId="26606"/>
          <ac:spMkLst>
            <pc:docMk/>
            <pc:sldMk cId="266616552" sldId="262"/>
            <ac:spMk id="75" creationId="{90AE89EB-4F51-4181-9475-7E1048FB378A}"/>
          </ac:spMkLst>
        </pc:spChg>
        <pc:spChg chg="add del">
          <ac:chgData name="happy tudou" userId="00fe0d76a8c86db4" providerId="LiveId" clId="{62191895-C015-44F2-89DE-00CBF2BA4F06}" dt="2024-05-15T02:23:18.968" v="1296" actId="26606"/>
          <ac:spMkLst>
            <pc:docMk/>
            <pc:sldMk cId="266616552" sldId="262"/>
            <ac:spMk id="92" creationId="{A8CCCB6D-5162-4AAE-A5E3-3AC55410DBCE}"/>
          </ac:spMkLst>
        </pc:spChg>
        <pc:spChg chg="add del">
          <ac:chgData name="happy tudou" userId="00fe0d76a8c86db4" providerId="LiveId" clId="{62191895-C015-44F2-89DE-00CBF2BA4F06}" dt="2024-05-15T02:23:18.968" v="1296" actId="26606"/>
          <ac:spMkLst>
            <pc:docMk/>
            <pc:sldMk cId="266616552" sldId="262"/>
            <ac:spMk id="94" creationId="{0BCD8C04-CC7B-40EF-82EB-E9821F79BB86}"/>
          </ac:spMkLst>
        </pc:spChg>
        <pc:spChg chg="add del">
          <ac:chgData name="happy tudou" userId="00fe0d76a8c86db4" providerId="LiveId" clId="{62191895-C015-44F2-89DE-00CBF2BA4F06}" dt="2024-05-15T02:23:11.478" v="1290" actId="26606"/>
          <ac:spMkLst>
            <pc:docMk/>
            <pc:sldMk cId="266616552" sldId="262"/>
            <ac:spMk id="99" creationId="{F8446B12-7391-4711-8B31-112A0B896C76}"/>
          </ac:spMkLst>
        </pc:spChg>
        <pc:spChg chg="add del">
          <ac:chgData name="happy tudou" userId="00fe0d76a8c86db4" providerId="LiveId" clId="{62191895-C015-44F2-89DE-00CBF2BA4F06}" dt="2024-05-15T02:23:18.968" v="1296" actId="26606"/>
          <ac:spMkLst>
            <pc:docMk/>
            <pc:sldMk cId="266616552" sldId="262"/>
            <ac:spMk id="105" creationId="{A8CCCB6D-5162-4AAE-A5E3-3AC55410DBCE}"/>
          </ac:spMkLst>
        </pc:spChg>
        <pc:spChg chg="add del">
          <ac:chgData name="happy tudou" userId="00fe0d76a8c86db4" providerId="LiveId" clId="{62191895-C015-44F2-89DE-00CBF2BA4F06}" dt="2024-05-15T02:23:18.968" v="1296" actId="26606"/>
          <ac:spMkLst>
            <pc:docMk/>
            <pc:sldMk cId="266616552" sldId="262"/>
            <ac:spMk id="106" creationId="{0BCD8C04-CC7B-40EF-82EB-E9821F79BB86}"/>
          </ac:spMkLst>
        </pc:spChg>
        <pc:grpChg chg="add del">
          <ac:chgData name="happy tudou" userId="00fe0d76a8c86db4" providerId="LiveId" clId="{62191895-C015-44F2-89DE-00CBF2BA4F06}" dt="2024-05-15T02:18:49.946" v="1272" actId="26606"/>
          <ac:grpSpMkLst>
            <pc:docMk/>
            <pc:sldMk cId="266616552" sldId="262"/>
            <ac:grpSpMk id="16" creationId="{1EA1DAFF-CECA-492F-BFA1-22C64956B8D9}"/>
          </ac:grpSpMkLst>
        </pc:grpChg>
        <pc:grpChg chg="add del">
          <ac:chgData name="happy tudou" userId="00fe0d76a8c86db4" providerId="LiveId" clId="{62191895-C015-44F2-89DE-00CBF2BA4F06}" dt="2024-05-15T02:18:49.946" v="1272" actId="26606"/>
          <ac:grpSpMkLst>
            <pc:docMk/>
            <pc:sldMk cId="266616552" sldId="262"/>
            <ac:grpSpMk id="26" creationId="{670FB431-AE18-414D-92F4-1D12D1991152}"/>
          </ac:grpSpMkLst>
        </pc:grpChg>
        <pc:grpChg chg="add del">
          <ac:chgData name="happy tudou" userId="00fe0d76a8c86db4" providerId="LiveId" clId="{62191895-C015-44F2-89DE-00CBF2BA4F06}" dt="2024-05-15T02:18:49.946" v="1272" actId="26606"/>
          <ac:grpSpMkLst>
            <pc:docMk/>
            <pc:sldMk cId="266616552" sldId="262"/>
            <ac:grpSpMk id="32" creationId="{AF19A774-30A5-488B-9BAF-629C6440294E}"/>
          </ac:grpSpMkLst>
        </pc:grpChg>
        <pc:grpChg chg="add del">
          <ac:chgData name="happy tudou" userId="00fe0d76a8c86db4" providerId="LiveId" clId="{62191895-C015-44F2-89DE-00CBF2BA4F06}" dt="2024-05-15T02:18:49.946" v="1272" actId="26606"/>
          <ac:grpSpMkLst>
            <pc:docMk/>
            <pc:sldMk cId="266616552" sldId="262"/>
            <ac:grpSpMk id="40" creationId="{8214E4A5-A0D2-42C4-8D14-D2A7E495F041}"/>
          </ac:grpSpMkLst>
        </pc:grpChg>
        <pc:grpChg chg="add del">
          <ac:chgData name="happy tudou" userId="00fe0d76a8c86db4" providerId="LiveId" clId="{62191895-C015-44F2-89DE-00CBF2BA4F06}" dt="2024-05-15T02:21:43.874" v="1281" actId="26606"/>
          <ac:grpSpMkLst>
            <pc:docMk/>
            <pc:sldMk cId="266616552" sldId="262"/>
            <ac:grpSpMk id="63" creationId="{98EF7474-F1F7-47A7-AF33-E38A86EBF6D3}"/>
          </ac:grpSpMkLst>
        </pc:grpChg>
        <pc:grpChg chg="add del">
          <ac:chgData name="happy tudou" userId="00fe0d76a8c86db4" providerId="LiveId" clId="{62191895-C015-44F2-89DE-00CBF2BA4F06}" dt="2024-05-15T02:21:43.874" v="1281" actId="26606"/>
          <ac:grpSpMkLst>
            <pc:docMk/>
            <pc:sldMk cId="266616552" sldId="262"/>
            <ac:grpSpMk id="68" creationId="{0EE7C14F-442F-4416-A4A9-6DA10263A4BA}"/>
          </ac:grpSpMkLst>
        </pc:grpChg>
        <pc:grpChg chg="add del">
          <ac:chgData name="happy tudou" userId="00fe0d76a8c86db4" providerId="LiveId" clId="{62191895-C015-44F2-89DE-00CBF2BA4F06}" dt="2024-05-15T02:21:43.874" v="1281" actId="26606"/>
          <ac:grpSpMkLst>
            <pc:docMk/>
            <pc:sldMk cId="266616552" sldId="262"/>
            <ac:grpSpMk id="69" creationId="{C912E1BF-76C2-49D5-A5AC-1CE20255C4B6}"/>
          </ac:grpSpMkLst>
        </pc:grpChg>
        <pc:grpChg chg="add del">
          <ac:chgData name="happy tudou" userId="00fe0d76a8c86db4" providerId="LiveId" clId="{62191895-C015-44F2-89DE-00CBF2BA4F06}" dt="2024-05-15T02:21:43.874" v="1281" actId="26606"/>
          <ac:grpSpMkLst>
            <pc:docMk/>
            <pc:sldMk cId="266616552" sldId="262"/>
            <ac:grpSpMk id="77" creationId="{B78285A0-9022-40FD-B520-91444BA163DE}"/>
          </ac:grpSpMkLst>
        </pc:grpChg>
        <pc:grpChg chg="add del">
          <ac:chgData name="happy tudou" userId="00fe0d76a8c86db4" providerId="LiveId" clId="{62191895-C015-44F2-89DE-00CBF2BA4F06}" dt="2024-05-15T02:21:43.874" v="1281" actId="26606"/>
          <ac:grpSpMkLst>
            <pc:docMk/>
            <pc:sldMk cId="266616552" sldId="262"/>
            <ac:grpSpMk id="83" creationId="{91CD8CAA-4614-4393-ADD7-7FDFD8ABD762}"/>
          </ac:grpSpMkLst>
        </pc:grpChg>
        <pc:grpChg chg="add del">
          <ac:chgData name="happy tudou" userId="00fe0d76a8c86db4" providerId="LiveId" clId="{62191895-C015-44F2-89DE-00CBF2BA4F06}" dt="2024-05-15T02:23:11.478" v="1290" actId="26606"/>
          <ac:grpSpMkLst>
            <pc:docMk/>
            <pc:sldMk cId="266616552" sldId="262"/>
            <ac:grpSpMk id="101" creationId="{AC0B7807-0C83-4963-821A-69B172722E49}"/>
          </ac:grpSpMkLst>
        </pc:grpChg>
        <pc:picChg chg="add del mod ord">
          <ac:chgData name="happy tudou" userId="00fe0d76a8c86db4" providerId="LiveId" clId="{62191895-C015-44F2-89DE-00CBF2BA4F06}" dt="2024-05-15T02:18:55.981" v="1273" actId="478"/>
          <ac:picMkLst>
            <pc:docMk/>
            <pc:sldMk cId="266616552" sldId="262"/>
            <ac:picMk id="5" creationId="{6918A08E-231D-C787-68A6-3F0C1F3B499E}"/>
          </ac:picMkLst>
        </pc:picChg>
        <pc:picChg chg="add mod ord">
          <ac:chgData name="happy tudou" userId="00fe0d76a8c86db4" providerId="LiveId" clId="{62191895-C015-44F2-89DE-00CBF2BA4F06}" dt="2024-05-15T02:23:42.989" v="1309" actId="1076"/>
          <ac:picMkLst>
            <pc:docMk/>
            <pc:sldMk cId="266616552" sldId="262"/>
            <ac:picMk id="7" creationId="{DC46FF71-F2D7-E51A-C88A-24DAC1A523BB}"/>
          </ac:picMkLst>
        </pc:picChg>
        <pc:picChg chg="add mod ord">
          <ac:chgData name="happy tudou" userId="00fe0d76a8c86db4" providerId="LiveId" clId="{62191895-C015-44F2-89DE-00CBF2BA4F06}" dt="2024-05-15T02:23:23.435" v="1298" actId="1076"/>
          <ac:picMkLst>
            <pc:docMk/>
            <pc:sldMk cId="266616552" sldId="262"/>
            <ac:picMk id="10" creationId="{227C48F8-6B69-86CD-DD9B-FE4445565FA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70DE84-E917-A615-54DD-FDA1CC1BCC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7B3B67E-A912-843C-0906-A93E4308CB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FF6D4E-015D-B224-4FC7-97715B006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B8101-1DFA-4185-B3F4-2AF83C5DE12F}" type="datetimeFigureOut">
              <a:rPr lang="zh-CN" altLang="en-US" smtClean="0"/>
              <a:t>2024/5/14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27515F-DE82-1D3A-A8EC-66D16252A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5E66437-3BD4-9972-3726-EAD65A9BA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9953-A4B8-4C29-AACC-9F5620BBC9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94665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2CD609-CCC8-6A8D-169B-AAE1791B9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BD9BDD3-1CAB-0929-19F7-2EFE6E39AA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63C52D-130C-B591-5205-D9152A0B1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B8101-1DFA-4185-B3F4-2AF83C5DE12F}" type="datetimeFigureOut">
              <a:rPr lang="zh-CN" altLang="en-US" smtClean="0"/>
              <a:t>2024/5/14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EC7624F-AFBA-25FA-9C8F-3481EADFC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DB7C81-2258-1142-54A3-100478006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9953-A4B8-4C29-AACC-9F5620BBC9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9696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DA6063-4CD2-66F5-DFBD-022DCC97A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622DFC4-DBD4-7591-5A70-9462609A36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88E16D-7308-0300-9340-77575BE7F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B8101-1DFA-4185-B3F4-2AF83C5DE12F}" type="datetimeFigureOut">
              <a:rPr lang="zh-CN" altLang="en-US" smtClean="0"/>
              <a:t>2024/5/14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DF5E37-92BF-F43A-6F24-A77E80224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D0CEDA1-EF25-0780-E914-52358667E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9953-A4B8-4C29-AACC-9F5620BBC9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1325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05F456-5D9E-05DA-13B6-CF15A3AB5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042F32-E393-98CD-C095-68EBCB4979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A390032-B7AB-7F8D-8605-3E36F7C7B9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E382870-15C0-2602-32C4-C130147CD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B8101-1DFA-4185-B3F4-2AF83C5DE12F}" type="datetimeFigureOut">
              <a:rPr lang="zh-CN" altLang="en-US" smtClean="0"/>
              <a:t>2024/5/14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2E95429-64D2-499A-5B8F-BDCC6B073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73D4B41-10BE-BF58-6BD7-C59C31654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9953-A4B8-4C29-AACC-9F5620BBC9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9368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A1773D-5918-A98D-8DB1-E8F11052D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F271B48-1F7A-1C87-C600-7DD7D9AF4B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D15A9D1-AF8D-6973-2661-453EC0D0FD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AE9771E-A313-7BA4-D85E-E5D8E30AF6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F45F8DC-C8DE-B51F-8D2A-248E348CB4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DE2AD63-33AB-E1E3-5E2A-DB41CFEF9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B8101-1DFA-4185-B3F4-2AF83C5DE12F}" type="datetimeFigureOut">
              <a:rPr lang="zh-CN" altLang="en-US" smtClean="0"/>
              <a:t>2024/5/14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3858E6D-60A8-129C-1389-FCB07ABC2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99897C9-2B15-DB69-89F9-2A74DFE9D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9953-A4B8-4C29-AACC-9F5620BBC9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76125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6580E1-43DF-D908-DAAA-D600C7448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F143E2D-C58D-A7A2-B542-2B589A319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B8101-1DFA-4185-B3F4-2AF83C5DE12F}" type="datetimeFigureOut">
              <a:rPr lang="zh-CN" altLang="en-US" smtClean="0"/>
              <a:t>2024/5/14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7E20FAD-0695-AB30-F11C-B54507613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B1941F8-FF13-A43A-ABC8-744FECF8F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9953-A4B8-4C29-AACC-9F5620BBC9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7814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AED1F76-440F-FEE4-876D-79BD21C1D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B8101-1DFA-4185-B3F4-2AF83C5DE12F}" type="datetimeFigureOut">
              <a:rPr lang="zh-CN" altLang="en-US" smtClean="0"/>
              <a:t>2024/5/14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B3D45DF-A194-B991-E7BB-F33C3E61D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1F1BE1D-5055-20C8-AADC-7EECC2DD5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9953-A4B8-4C29-AACC-9F5620BBC9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8196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07A478-BA66-BEB0-A305-44DA2645D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B2AC4C3-69C4-9531-FD7C-17B5A1D0C3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A8FD403-D5E8-DF14-F3A9-712D96A9AC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1D9422C-3061-AD7B-6A10-50784139D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B8101-1DFA-4185-B3F4-2AF83C5DE12F}" type="datetimeFigureOut">
              <a:rPr lang="zh-CN" altLang="en-US" smtClean="0"/>
              <a:t>2024/5/14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6C037E5-7B36-85DA-FEF3-28D385EF7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7B727B8-1892-52A9-5DF5-DDF4E6847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9953-A4B8-4C29-AACC-9F5620BBC9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1727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F558C3-9541-5F54-C892-719D5E6AB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4E69C16-57FA-5416-BA0F-550AF1B8BD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E92F4F4-5672-B739-ABED-208087D314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79E4D8C-3950-2407-FCE9-E68E1F147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B8101-1DFA-4185-B3F4-2AF83C5DE12F}" type="datetimeFigureOut">
              <a:rPr lang="zh-CN" altLang="en-US" smtClean="0"/>
              <a:t>2024/5/14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863C9C5-AE46-2672-74E1-3F82018EA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90CF261-D2DF-3640-F0A6-FE8979994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9953-A4B8-4C29-AACC-9F5620BBC9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8505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C005ED-42BE-D53D-2D58-DB87F305C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950554A-7F34-0F25-DC32-5FEEE56E77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62B76A8-6876-8251-AB5C-A8137362E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B8101-1DFA-4185-B3F4-2AF83C5DE12F}" type="datetimeFigureOut">
              <a:rPr lang="zh-CN" altLang="en-US" smtClean="0"/>
              <a:t>2024/5/14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CF88AC-C133-2973-D827-6618104B6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F240D2F-15A6-38F5-B7C3-8CF6EDB27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9953-A4B8-4C29-AACC-9F5620BBC9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4494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1E1D40E-9711-9781-1C65-FFEF1FAD3C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7880D94-405C-AF75-8049-8457B375DB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FE5B36-C892-4227-EDEC-BBDAFB313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B8101-1DFA-4185-B3F4-2AF83C5DE12F}" type="datetimeFigureOut">
              <a:rPr lang="zh-CN" altLang="en-US" smtClean="0"/>
              <a:t>2024/5/14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8EE7043-F80D-1260-FB85-515BE4922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3F3929-8877-2A54-5AA0-B7163F51C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9953-A4B8-4C29-AACC-9F5620BBC9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4029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0F9AAB9-3A3C-21ED-873C-EB973D281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7E3B5E5-F744-A38C-F510-0DDDE9F5DC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1F1427-0D2E-8C46-1D08-73EA1D1D2C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4B8101-1DFA-4185-B3F4-2AF83C5DE12F}" type="datetimeFigureOut">
              <a:rPr lang="zh-CN" altLang="en-US" smtClean="0"/>
              <a:t>2024/5/14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EBEC7D7-67DA-DE0D-7F14-B055EA9348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A47B42-511E-4508-87FA-1C5C87E2EF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A79953-A4B8-4C29-AACC-9F5620BBC9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2856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60">
            <a:extLst>
              <a:ext uri="{FF2B5EF4-FFF2-40B4-BE49-F238E27FC236}">
                <a16:creationId xmlns:a16="http://schemas.microsoft.com/office/drawing/2014/main" id="{27BDFED6-6E33-4606-AFE2-886ADB1C0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图片 9" descr="卡通人物&#10;&#10;低可信度描述已自动生成">
            <a:extLst>
              <a:ext uri="{FF2B5EF4-FFF2-40B4-BE49-F238E27FC236}">
                <a16:creationId xmlns:a16="http://schemas.microsoft.com/office/drawing/2014/main" id="{8B49A9C1-B1AB-A144-7E0E-52FEBE77719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2706"/>
          <a:stretch/>
        </p:blipFill>
        <p:spPr>
          <a:xfrm>
            <a:off x="4547937" y="-5"/>
            <a:ext cx="7644062" cy="3681406"/>
          </a:xfrm>
          <a:prstGeom prst="rect">
            <a:avLst/>
          </a:prstGeom>
        </p:spPr>
      </p:pic>
      <p:pic>
        <p:nvPicPr>
          <p:cNvPr id="4" name="内容占位符 6" descr="桌子上的玻璃花瓶&#10;&#10;中度可信度描述已自动生成">
            <a:extLst>
              <a:ext uri="{FF2B5EF4-FFF2-40B4-BE49-F238E27FC236}">
                <a16:creationId xmlns:a16="http://schemas.microsoft.com/office/drawing/2014/main" id="{6F106794-FC67-CA8D-F63B-2F0AFE31EFC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15" r="-1" b="24776"/>
          <a:stretch/>
        </p:blipFill>
        <p:spPr>
          <a:xfrm>
            <a:off x="4547938" y="3681409"/>
            <a:ext cx="7644062" cy="3176595"/>
          </a:xfrm>
          <a:prstGeom prst="rect">
            <a:avLst/>
          </a:prstGeom>
        </p:spPr>
      </p:pic>
      <p:sp>
        <p:nvSpPr>
          <p:cNvPr id="67" name="Rectangle 62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917C446-91E9-D922-3181-59152D91C2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15219"/>
            <a:ext cx="5395912" cy="2387600"/>
          </a:xfrm>
        </p:spPr>
        <p:txBody>
          <a:bodyPr>
            <a:normAutofit/>
          </a:bodyPr>
          <a:lstStyle/>
          <a:p>
            <a:pPr algn="l"/>
            <a:r>
              <a:rPr lang="zh-CN" altLang="en-US" sz="5000">
                <a:solidFill>
                  <a:schemeClr val="bg1"/>
                </a:solidFill>
              </a:rPr>
              <a:t>对话诗文高足杯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46FE9CF-B004-961E-296D-37D647FF0A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902075"/>
            <a:ext cx="5395912" cy="1655762"/>
          </a:xfrm>
        </p:spPr>
        <p:txBody>
          <a:bodyPr>
            <a:normAutofit/>
          </a:bodyPr>
          <a:lstStyle/>
          <a:p>
            <a:pPr algn="l"/>
            <a:r>
              <a:rPr lang="zh-CN" altLang="en-US" sz="2000">
                <a:solidFill>
                  <a:schemeClr val="bg1"/>
                </a:solidFill>
              </a:rPr>
              <a:t>中国（海南）南海博物馆志愿讲解员于硕</a:t>
            </a:r>
          </a:p>
        </p:txBody>
      </p:sp>
      <p:cxnSp>
        <p:nvCxnSpPr>
          <p:cNvPr id="68" name="Straight Connector 64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0301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4">
            <a:extLst>
              <a:ext uri="{FF2B5EF4-FFF2-40B4-BE49-F238E27FC236}">
                <a16:creationId xmlns:a16="http://schemas.microsoft.com/office/drawing/2014/main" id="{3A930249-8242-4E2B-AF17-C018264883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6">
            <a:extLst>
              <a:ext uri="{FF2B5EF4-FFF2-40B4-BE49-F238E27FC236}">
                <a16:creationId xmlns:a16="http://schemas.microsoft.com/office/drawing/2014/main" id="{A5BDD999-C5E1-4B3E-A710-7686738191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pic>
        <p:nvPicPr>
          <p:cNvPr id="14" name="图片 13" descr="一群人站在人的脸被修图&#10;&#10;中度可信度描述已自动生成">
            <a:extLst>
              <a:ext uri="{FF2B5EF4-FFF2-40B4-BE49-F238E27FC236}">
                <a16:creationId xmlns:a16="http://schemas.microsoft.com/office/drawing/2014/main" id="{EA2B7734-20F2-81CB-A246-DAD60E211AF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30" r="4470"/>
          <a:stretch/>
        </p:blipFill>
        <p:spPr>
          <a:xfrm>
            <a:off x="-4084" y="10"/>
            <a:ext cx="6099050" cy="6857990"/>
          </a:xfrm>
          <a:prstGeom prst="rect">
            <a:avLst/>
          </a:prstGeom>
        </p:spPr>
      </p:pic>
      <p:pic>
        <p:nvPicPr>
          <p:cNvPr id="16" name="图片 15" descr="架子上的瓷器&#10;">
            <a:extLst>
              <a:ext uri="{FF2B5EF4-FFF2-40B4-BE49-F238E27FC236}">
                <a16:creationId xmlns:a16="http://schemas.microsoft.com/office/drawing/2014/main" id="{52BF7323-BA46-49D7-F223-05D67186F9F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613" b="-1"/>
          <a:stretch/>
        </p:blipFill>
        <p:spPr>
          <a:xfrm rot="5400000">
            <a:off x="5715422" y="381422"/>
            <a:ext cx="6858000" cy="6095156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CF77F454-CB13-7C35-74C9-9DDBFB8D1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1122363"/>
            <a:ext cx="9795637" cy="221588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zh-CN" altLang="en-US" sz="5200" b="1" kern="1200">
                <a:solidFill>
                  <a:schemeClr val="accent1">
                    <a:lumMod val="60000"/>
                    <a:lumOff val="40000"/>
                  </a:schemeClr>
                </a:solidFill>
                <a:latin typeface="UD Digi Kyokasho NP-B" panose="02020700000000000000" pitchFamily="18" charset="-128"/>
                <a:ea typeface="UD Digi Kyokasho NP-B" panose="02020700000000000000" pitchFamily="18" charset="-128"/>
              </a:rPr>
              <a:t>相</a:t>
            </a:r>
            <a:r>
              <a:rPr lang="zh-CN" altLang="en-US" sz="5200" b="1">
                <a:solidFill>
                  <a:schemeClr val="accent1">
                    <a:lumMod val="60000"/>
                    <a:lumOff val="40000"/>
                  </a:schemeClr>
                </a:solidFill>
                <a:latin typeface="UD Digi Kyokasho NP-B" panose="02020700000000000000" pitchFamily="18" charset="-128"/>
                <a:ea typeface="UD Digi Kyokasho NP-B" panose="02020700000000000000" pitchFamily="18" charset="-128"/>
              </a:rPr>
              <a:t>识</a:t>
            </a:r>
          </a:p>
        </p:txBody>
      </p:sp>
    </p:spTree>
    <p:extLst>
      <p:ext uri="{BB962C8B-B14F-4D97-AF65-F5344CB8AC3E}">
        <p14:creationId xmlns:p14="http://schemas.microsoft.com/office/powerpoint/2010/main" val="1957541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79">
            <a:extLst>
              <a:ext uri="{FF2B5EF4-FFF2-40B4-BE49-F238E27FC236}">
                <a16:creationId xmlns:a16="http://schemas.microsoft.com/office/drawing/2014/main" id="{27BDFED6-6E33-4606-AFE2-886ADB1C0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图片 13" descr="桌子上有杯子&#10;&#10;描述已自动生成">
            <a:extLst>
              <a:ext uri="{FF2B5EF4-FFF2-40B4-BE49-F238E27FC236}">
                <a16:creationId xmlns:a16="http://schemas.microsoft.com/office/drawing/2014/main" id="{A855F933-B70D-FB84-6DDF-9FBB42DAF8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95" r="-1" b="24454"/>
          <a:stretch/>
        </p:blipFill>
        <p:spPr>
          <a:xfrm>
            <a:off x="4547937" y="-5"/>
            <a:ext cx="7644062" cy="3681406"/>
          </a:xfrm>
          <a:prstGeom prst="rect">
            <a:avLst/>
          </a:prstGeom>
        </p:spPr>
      </p:pic>
      <p:pic>
        <p:nvPicPr>
          <p:cNvPr id="11" name="图片 10" descr="水中潜水的人&#10;&#10;描述已自动生成">
            <a:extLst>
              <a:ext uri="{FF2B5EF4-FFF2-40B4-BE49-F238E27FC236}">
                <a16:creationId xmlns:a16="http://schemas.microsoft.com/office/drawing/2014/main" id="{1998AE4A-0AD3-3697-E15E-3E8737A4C24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5" r="-1" b="18754"/>
          <a:stretch/>
        </p:blipFill>
        <p:spPr>
          <a:xfrm>
            <a:off x="4547938" y="3681409"/>
            <a:ext cx="7644062" cy="3176595"/>
          </a:xfrm>
          <a:prstGeom prst="rect">
            <a:avLst/>
          </a:prstGeom>
        </p:spPr>
      </p:pic>
      <p:sp>
        <p:nvSpPr>
          <p:cNvPr id="93" name="Rectangle 81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90CEE66-AFEC-E71C-0051-DDBAA5BD0888}"/>
              </a:ext>
            </a:extLst>
          </p:cNvPr>
          <p:cNvSpPr/>
          <p:nvPr/>
        </p:nvSpPr>
        <p:spPr>
          <a:xfrm>
            <a:off x="838200" y="1115219"/>
            <a:ext cx="5395912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5000" b="1" kern="1200" cap="none" spc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秘宝重现</a:t>
            </a:r>
          </a:p>
        </p:txBody>
      </p:sp>
      <p:cxnSp>
        <p:nvCxnSpPr>
          <p:cNvPr id="94" name="Straight Connector 83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1179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31">
            <a:extLst>
              <a:ext uri="{FF2B5EF4-FFF2-40B4-BE49-F238E27FC236}">
                <a16:creationId xmlns:a16="http://schemas.microsoft.com/office/drawing/2014/main" id="{3A930249-8242-4E2B-AF17-C018264883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33">
            <a:extLst>
              <a:ext uri="{FF2B5EF4-FFF2-40B4-BE49-F238E27FC236}">
                <a16:creationId xmlns:a16="http://schemas.microsoft.com/office/drawing/2014/main" id="{A5BDD999-C5E1-4B3E-A710-7686738191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10317040-4B74-C210-1174-64F2BBED7C5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8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15667"/>
          <a:stretch/>
        </p:blipFill>
        <p:spPr>
          <a:xfrm>
            <a:off x="-4084" y="10"/>
            <a:ext cx="6099050" cy="685799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61C92E0-A22E-7EF4-3B01-C22654F9F9C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8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14" r="-1" b="-1"/>
          <a:stretch/>
        </p:blipFill>
        <p:spPr>
          <a:xfrm>
            <a:off x="6096844" y="10"/>
            <a:ext cx="6095156" cy="685799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E234CCC3-9C1A-D44A-5278-0C5BBB1BB855}"/>
              </a:ext>
            </a:extLst>
          </p:cNvPr>
          <p:cNvSpPr/>
          <p:nvPr/>
        </p:nvSpPr>
        <p:spPr>
          <a:xfrm>
            <a:off x="848944" y="539381"/>
            <a:ext cx="295465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zh-CN" altLang="en-US" sz="5400" b="1" cap="none" spc="0">
                <a:ln/>
                <a:solidFill>
                  <a:schemeClr val="accent4"/>
                </a:solidFill>
                <a:effectLst/>
              </a:rPr>
              <a:t>细节之美</a:t>
            </a:r>
          </a:p>
        </p:txBody>
      </p:sp>
    </p:spTree>
    <p:extLst>
      <p:ext uri="{BB962C8B-B14F-4D97-AF65-F5344CB8AC3E}">
        <p14:creationId xmlns:p14="http://schemas.microsoft.com/office/powerpoint/2010/main" val="4820760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9" name="Rectangle 46">
            <a:extLst>
              <a:ext uri="{FF2B5EF4-FFF2-40B4-BE49-F238E27FC236}">
                <a16:creationId xmlns:a16="http://schemas.microsoft.com/office/drawing/2014/main" id="{CA4BD6EE-7B51-447C-AAB3-028B7A3E5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CE62FEE-D303-D83A-0161-0C0CEE13B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33387"/>
            <a:ext cx="5032744" cy="336564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sz="6600"/>
              <a:t>文化的融合</a:t>
            </a:r>
            <a:endParaRPr lang="en-US" altLang="zh-CN" sz="6600"/>
          </a:p>
        </p:txBody>
      </p:sp>
      <p:pic>
        <p:nvPicPr>
          <p:cNvPr id="19" name="图片 18" descr="文本&#10;&#10;描述已自动生成">
            <a:extLst>
              <a:ext uri="{FF2B5EF4-FFF2-40B4-BE49-F238E27FC236}">
                <a16:creationId xmlns:a16="http://schemas.microsoft.com/office/drawing/2014/main" id="{A05EC68A-F12E-D2C5-81D9-FA6C98BD75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6480" y="798230"/>
            <a:ext cx="5593768" cy="2782899"/>
          </a:xfrm>
          <a:prstGeom prst="rect">
            <a:avLst/>
          </a:prstGeom>
        </p:spPr>
      </p:pic>
      <p:sp>
        <p:nvSpPr>
          <p:cNvPr id="70" name="sketch line">
            <a:extLst>
              <a:ext uri="{FF2B5EF4-FFF2-40B4-BE49-F238E27FC236}">
                <a16:creationId xmlns:a16="http://schemas.microsoft.com/office/drawing/2014/main" id="{6B5FF7CD-712E-4187-BFF5-B192FFB33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005089"/>
            <a:ext cx="4343400" cy="18288"/>
          </a:xfrm>
          <a:custGeom>
            <a:avLst/>
            <a:gdLst>
              <a:gd name="connsiteX0" fmla="*/ 0 w 4343400"/>
              <a:gd name="connsiteY0" fmla="*/ 0 h 18288"/>
              <a:gd name="connsiteX1" fmla="*/ 577052 w 4343400"/>
              <a:gd name="connsiteY1" fmla="*/ 0 h 18288"/>
              <a:gd name="connsiteX2" fmla="*/ 1067235 w 4343400"/>
              <a:gd name="connsiteY2" fmla="*/ 0 h 18288"/>
              <a:gd name="connsiteX3" fmla="*/ 1600853 w 4343400"/>
              <a:gd name="connsiteY3" fmla="*/ 0 h 18288"/>
              <a:gd name="connsiteX4" fmla="*/ 2264773 w 4343400"/>
              <a:gd name="connsiteY4" fmla="*/ 0 h 18288"/>
              <a:gd name="connsiteX5" fmla="*/ 2841825 w 4343400"/>
              <a:gd name="connsiteY5" fmla="*/ 0 h 18288"/>
              <a:gd name="connsiteX6" fmla="*/ 3375442 w 4343400"/>
              <a:gd name="connsiteY6" fmla="*/ 0 h 18288"/>
              <a:gd name="connsiteX7" fmla="*/ 4343400 w 4343400"/>
              <a:gd name="connsiteY7" fmla="*/ 0 h 18288"/>
              <a:gd name="connsiteX8" fmla="*/ 4343400 w 4343400"/>
              <a:gd name="connsiteY8" fmla="*/ 18288 h 18288"/>
              <a:gd name="connsiteX9" fmla="*/ 3722914 w 4343400"/>
              <a:gd name="connsiteY9" fmla="*/ 18288 h 18288"/>
              <a:gd name="connsiteX10" fmla="*/ 3189297 w 4343400"/>
              <a:gd name="connsiteY10" fmla="*/ 18288 h 18288"/>
              <a:gd name="connsiteX11" fmla="*/ 2481943 w 4343400"/>
              <a:gd name="connsiteY11" fmla="*/ 18288 h 18288"/>
              <a:gd name="connsiteX12" fmla="*/ 1904891 w 4343400"/>
              <a:gd name="connsiteY12" fmla="*/ 18288 h 18288"/>
              <a:gd name="connsiteX13" fmla="*/ 1414707 w 4343400"/>
              <a:gd name="connsiteY13" fmla="*/ 18288 h 18288"/>
              <a:gd name="connsiteX14" fmla="*/ 750788 w 4343400"/>
              <a:gd name="connsiteY14" fmla="*/ 18288 h 18288"/>
              <a:gd name="connsiteX15" fmla="*/ 0 w 4343400"/>
              <a:gd name="connsiteY15" fmla="*/ 18288 h 18288"/>
              <a:gd name="connsiteX16" fmla="*/ 0 w 43434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343400" h="18288" fill="none" extrusionOk="0">
                <a:moveTo>
                  <a:pt x="0" y="0"/>
                </a:moveTo>
                <a:cubicBezTo>
                  <a:pt x="233209" y="-19550"/>
                  <a:pt x="330816" y="19068"/>
                  <a:pt x="577052" y="0"/>
                </a:cubicBezTo>
                <a:cubicBezTo>
                  <a:pt x="823288" y="-19068"/>
                  <a:pt x="875077" y="10360"/>
                  <a:pt x="1067235" y="0"/>
                </a:cubicBezTo>
                <a:cubicBezTo>
                  <a:pt x="1259393" y="-10360"/>
                  <a:pt x="1410699" y="2939"/>
                  <a:pt x="1600853" y="0"/>
                </a:cubicBezTo>
                <a:cubicBezTo>
                  <a:pt x="1791007" y="-2939"/>
                  <a:pt x="2101644" y="-26225"/>
                  <a:pt x="2264773" y="0"/>
                </a:cubicBezTo>
                <a:cubicBezTo>
                  <a:pt x="2427902" y="26225"/>
                  <a:pt x="2690426" y="-27726"/>
                  <a:pt x="2841825" y="0"/>
                </a:cubicBezTo>
                <a:cubicBezTo>
                  <a:pt x="2993224" y="27726"/>
                  <a:pt x="3172320" y="-18569"/>
                  <a:pt x="3375442" y="0"/>
                </a:cubicBezTo>
                <a:cubicBezTo>
                  <a:pt x="3578564" y="18569"/>
                  <a:pt x="4003119" y="21909"/>
                  <a:pt x="4343400" y="0"/>
                </a:cubicBezTo>
                <a:cubicBezTo>
                  <a:pt x="4343798" y="7429"/>
                  <a:pt x="4343380" y="10822"/>
                  <a:pt x="4343400" y="18288"/>
                </a:cubicBezTo>
                <a:cubicBezTo>
                  <a:pt x="4109047" y="14709"/>
                  <a:pt x="3996986" y="7919"/>
                  <a:pt x="3722914" y="18288"/>
                </a:cubicBezTo>
                <a:cubicBezTo>
                  <a:pt x="3448842" y="28657"/>
                  <a:pt x="3340973" y="29252"/>
                  <a:pt x="3189297" y="18288"/>
                </a:cubicBezTo>
                <a:cubicBezTo>
                  <a:pt x="3037621" y="7324"/>
                  <a:pt x="2636891" y="-9539"/>
                  <a:pt x="2481943" y="18288"/>
                </a:cubicBezTo>
                <a:cubicBezTo>
                  <a:pt x="2326995" y="46115"/>
                  <a:pt x="2131632" y="740"/>
                  <a:pt x="1904891" y="18288"/>
                </a:cubicBezTo>
                <a:cubicBezTo>
                  <a:pt x="1678150" y="35836"/>
                  <a:pt x="1575362" y="-3381"/>
                  <a:pt x="1414707" y="18288"/>
                </a:cubicBezTo>
                <a:cubicBezTo>
                  <a:pt x="1254052" y="39957"/>
                  <a:pt x="1051093" y="-335"/>
                  <a:pt x="750788" y="18288"/>
                </a:cubicBezTo>
                <a:cubicBezTo>
                  <a:pt x="450483" y="36911"/>
                  <a:pt x="293781" y="22900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343400" h="18288" stroke="0" extrusionOk="0">
                <a:moveTo>
                  <a:pt x="0" y="0"/>
                </a:moveTo>
                <a:cubicBezTo>
                  <a:pt x="212719" y="-28531"/>
                  <a:pt x="340561" y="-1164"/>
                  <a:pt x="577052" y="0"/>
                </a:cubicBezTo>
                <a:cubicBezTo>
                  <a:pt x="813543" y="1164"/>
                  <a:pt x="866967" y="-9376"/>
                  <a:pt x="1067235" y="0"/>
                </a:cubicBezTo>
                <a:cubicBezTo>
                  <a:pt x="1267503" y="9376"/>
                  <a:pt x="1485778" y="-20470"/>
                  <a:pt x="1774589" y="0"/>
                </a:cubicBezTo>
                <a:cubicBezTo>
                  <a:pt x="2063400" y="20470"/>
                  <a:pt x="2090152" y="-14502"/>
                  <a:pt x="2351641" y="0"/>
                </a:cubicBezTo>
                <a:cubicBezTo>
                  <a:pt x="2613130" y="14502"/>
                  <a:pt x="2802864" y="19125"/>
                  <a:pt x="2928693" y="0"/>
                </a:cubicBezTo>
                <a:cubicBezTo>
                  <a:pt x="3054522" y="-19125"/>
                  <a:pt x="3482611" y="-2038"/>
                  <a:pt x="3636046" y="0"/>
                </a:cubicBezTo>
                <a:cubicBezTo>
                  <a:pt x="3789481" y="2038"/>
                  <a:pt x="4012363" y="973"/>
                  <a:pt x="4343400" y="0"/>
                </a:cubicBezTo>
                <a:cubicBezTo>
                  <a:pt x="4342514" y="5429"/>
                  <a:pt x="4344221" y="14046"/>
                  <a:pt x="4343400" y="18288"/>
                </a:cubicBezTo>
                <a:cubicBezTo>
                  <a:pt x="4078870" y="-6138"/>
                  <a:pt x="4015967" y="29658"/>
                  <a:pt x="3809782" y="18288"/>
                </a:cubicBezTo>
                <a:cubicBezTo>
                  <a:pt x="3603597" y="6918"/>
                  <a:pt x="3495552" y="24439"/>
                  <a:pt x="3189297" y="18288"/>
                </a:cubicBezTo>
                <a:cubicBezTo>
                  <a:pt x="2883042" y="12137"/>
                  <a:pt x="2850610" y="32583"/>
                  <a:pt x="2568811" y="18288"/>
                </a:cubicBezTo>
                <a:cubicBezTo>
                  <a:pt x="2287012" y="3993"/>
                  <a:pt x="2279820" y="23580"/>
                  <a:pt x="1991759" y="18288"/>
                </a:cubicBezTo>
                <a:cubicBezTo>
                  <a:pt x="1703698" y="12996"/>
                  <a:pt x="1616455" y="23157"/>
                  <a:pt x="1284405" y="18288"/>
                </a:cubicBezTo>
                <a:cubicBezTo>
                  <a:pt x="952355" y="13419"/>
                  <a:pt x="783530" y="16053"/>
                  <a:pt x="577052" y="18288"/>
                </a:cubicBezTo>
                <a:cubicBezTo>
                  <a:pt x="370574" y="20523"/>
                  <a:pt x="173929" y="519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E53DF94-B34C-F408-8071-2480ED78186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-3" b="9425"/>
          <a:stretch/>
        </p:blipFill>
        <p:spPr>
          <a:xfrm>
            <a:off x="6574898" y="4164506"/>
            <a:ext cx="1787042" cy="2055320"/>
          </a:xfrm>
          <a:prstGeom prst="rect">
            <a:avLst/>
          </a:prstGeom>
        </p:spPr>
      </p:pic>
      <p:pic>
        <p:nvPicPr>
          <p:cNvPr id="5" name="内容占位符 4" descr="草地上有一群牛在围栏里&#10;&#10;描述已自动生成">
            <a:extLst>
              <a:ext uri="{FF2B5EF4-FFF2-40B4-BE49-F238E27FC236}">
                <a16:creationId xmlns:a16="http://schemas.microsoft.com/office/drawing/2014/main" id="{0FCEE98A-5157-D882-EA99-DC3EBD7F099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8" r="6328"/>
          <a:stretch/>
        </p:blipFill>
        <p:spPr>
          <a:xfrm>
            <a:off x="9112039" y="4164506"/>
            <a:ext cx="2532538" cy="2055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3298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pic>
        <p:nvPicPr>
          <p:cNvPr id="5" name="图片 4" descr="卡通画&#10;&#10;描述已自动生成">
            <a:extLst>
              <a:ext uri="{FF2B5EF4-FFF2-40B4-BE49-F238E27FC236}">
                <a16:creationId xmlns:a16="http://schemas.microsoft.com/office/drawing/2014/main" id="{6133339D-09C8-E1CB-CBC2-2C92F277B7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11" r="10338" b="-1"/>
          <a:stretch/>
        </p:blipFill>
        <p:spPr>
          <a:xfrm>
            <a:off x="20" y="655"/>
            <a:ext cx="8115280" cy="4468659"/>
          </a:xfrm>
          <a:prstGeom prst="rect">
            <a:avLst/>
          </a:prstGeom>
        </p:spPr>
      </p:pic>
      <p:pic>
        <p:nvPicPr>
          <p:cNvPr id="23" name="图片 22" descr="蓝色的杯子&#10;&#10;描述已自动生成">
            <a:extLst>
              <a:ext uri="{FF2B5EF4-FFF2-40B4-BE49-F238E27FC236}">
                <a16:creationId xmlns:a16="http://schemas.microsoft.com/office/drawing/2014/main" id="{2F1BC53B-5EC3-01CB-701D-8EBC09B302B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384" r="-2" b="8769"/>
          <a:stretch/>
        </p:blipFill>
        <p:spPr>
          <a:xfrm>
            <a:off x="8115298" y="-6"/>
            <a:ext cx="4076702" cy="4468876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466372"/>
            <a:ext cx="12191998" cy="2390128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FFC87AC-C919-4FE5-BAC3-39509E00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4464543"/>
            <a:ext cx="8115300" cy="2391958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D0659F6-0853-468D-B1B2-44FDBE98B8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9269" y="4466372"/>
            <a:ext cx="12201266" cy="2390128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24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49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8" y="4466372"/>
            <a:ext cx="4081336" cy="2390128"/>
          </a:xfrm>
          <a:prstGeom prst="rect">
            <a:avLst/>
          </a:prstGeom>
          <a:gradFill>
            <a:gsLst>
              <a:gs pos="19000">
                <a:srgbClr val="000000">
                  <a:alpha val="62000"/>
                </a:srgbClr>
              </a:gs>
              <a:gs pos="100000">
                <a:schemeClr val="accent1">
                  <a:lumMod val="75000"/>
                  <a:alpha val="44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51">
            <a:extLst>
              <a:ext uri="{FF2B5EF4-FFF2-40B4-BE49-F238E27FC236}">
                <a16:creationId xmlns:a16="http://schemas.microsoft.com/office/drawing/2014/main" id="{977ACDD7-882D-4B81-A213-84C82B96B0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4635" y="4486258"/>
            <a:ext cx="12194550" cy="1968154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Freeform: Shape 53">
            <a:extLst>
              <a:ext uri="{FF2B5EF4-FFF2-40B4-BE49-F238E27FC236}">
                <a16:creationId xmlns:a16="http://schemas.microsoft.com/office/drawing/2014/main" id="{D625ED14-F0D2-4FCA-87F3-4E3D2A03DF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4834054">
            <a:off x="6748954" y="2254165"/>
            <a:ext cx="3118759" cy="4639931"/>
          </a:xfrm>
          <a:custGeom>
            <a:avLst/>
            <a:gdLst>
              <a:gd name="connsiteX0" fmla="*/ 3118759 w 3118759"/>
              <a:gd name="connsiteY0" fmla="*/ 79510 h 4639931"/>
              <a:gd name="connsiteX1" fmla="*/ 1204940 w 3118759"/>
              <a:gd name="connsiteY1" fmla="*/ 4639931 h 4639931"/>
              <a:gd name="connsiteX2" fmla="*/ 1103495 w 3118759"/>
              <a:gd name="connsiteY2" fmla="*/ 4578302 h 4639931"/>
              <a:gd name="connsiteX3" fmla="*/ 0 w 3118759"/>
              <a:gd name="connsiteY3" fmla="*/ 2502877 h 4639931"/>
              <a:gd name="connsiteX4" fmla="*/ 2502877 w 3118759"/>
              <a:gd name="connsiteY4" fmla="*/ 0 h 4639931"/>
              <a:gd name="connsiteX5" fmla="*/ 3007294 w 3118759"/>
              <a:gd name="connsiteY5" fmla="*/ 50850 h 4639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18759" h="4639931">
                <a:moveTo>
                  <a:pt x="3118759" y="79510"/>
                </a:moveTo>
                <a:lnTo>
                  <a:pt x="1204940" y="4639931"/>
                </a:lnTo>
                <a:lnTo>
                  <a:pt x="1103495" y="4578302"/>
                </a:lnTo>
                <a:cubicBezTo>
                  <a:pt x="437725" y="4128517"/>
                  <a:pt x="0" y="3366815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2675665" y="0"/>
                  <a:pt x="2844363" y="17509"/>
                  <a:pt x="3007294" y="50850"/>
                </a:cubicBezTo>
                <a:close/>
              </a:path>
            </a:pathLst>
          </a:custGeom>
          <a:gradFill>
            <a:gsLst>
              <a:gs pos="31000">
                <a:schemeClr val="accent1">
                  <a:alpha val="0"/>
                </a:schemeClr>
              </a:gs>
              <a:gs pos="85000">
                <a:schemeClr val="accent1">
                  <a:alpha val="17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0DAC733-A74C-2677-EEA1-AB6050DF631C}"/>
              </a:ext>
            </a:extLst>
          </p:cNvPr>
          <p:cNvSpPr/>
          <p:nvPr/>
        </p:nvSpPr>
        <p:spPr>
          <a:xfrm>
            <a:off x="1141014" y="4787044"/>
            <a:ext cx="10217461" cy="11786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zh-CN" sz="2300" b="1" kern="1200" cap="none" spc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+mj-lt"/>
                <a:ea typeface="+mj-ea"/>
                <a:cs typeface="+mj-cs"/>
              </a:rPr>
              <a:t>“</a:t>
            </a:r>
            <a:r>
              <a:rPr lang="zh-CN" altLang="en-US" sz="2300" b="1" kern="1200" cap="none" spc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+mj-lt"/>
                <a:ea typeface="+mj-ea"/>
                <a:cs typeface="+mj-cs"/>
              </a:rPr>
              <a:t>文化是一个国家，一个民族的灵魂”</a:t>
            </a:r>
            <a:endParaRPr lang="en-US" altLang="zh-CN" sz="2300" b="1" kern="120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zh-CN" sz="2300" b="1" kern="120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+mj-lt"/>
                <a:ea typeface="+mj-ea"/>
                <a:cs typeface="+mj-cs"/>
              </a:rPr>
              <a:t>                                                                                      </a:t>
            </a:r>
            <a:r>
              <a:rPr lang="zh-CN" altLang="en-US" sz="2300" b="1" kern="1200" cap="none" spc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+mj-lt"/>
                <a:ea typeface="+mj-ea"/>
                <a:cs typeface="+mj-cs"/>
              </a:rPr>
              <a:t>习近平总书记 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E125D5F-D6CE-4A0B-812D-A7CDA898632D}"/>
              </a:ext>
            </a:extLst>
          </p:cNvPr>
          <p:cNvSpPr/>
          <p:nvPr/>
        </p:nvSpPr>
        <p:spPr>
          <a:xfrm>
            <a:off x="6504825" y="5059353"/>
            <a:ext cx="1558065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5400" b="1" cap="none" spc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——</a:t>
            </a:r>
            <a:endParaRPr lang="zh-CN" altLang="en-US" sz="5400" b="1" cap="none" spc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680857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2" name="Rectangle 91">
            <a:extLst>
              <a:ext uri="{FF2B5EF4-FFF2-40B4-BE49-F238E27FC236}">
                <a16:creationId xmlns:a16="http://schemas.microsoft.com/office/drawing/2014/main" id="{A8CCCB6D-5162-4AAE-A5E3-3AC55410D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0BCD8C04-CC7B-40EF-82EB-E9821F79BB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70" y="2458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图片 9" descr="墙上的钟表&#10;&#10;中度可信度描述已自动生成">
            <a:extLst>
              <a:ext uri="{FF2B5EF4-FFF2-40B4-BE49-F238E27FC236}">
                <a16:creationId xmlns:a16="http://schemas.microsoft.com/office/drawing/2014/main" id="{227C48F8-6B69-86CD-DD9B-FE4445565FA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16" r="1" b="1"/>
          <a:stretch/>
        </p:blipFill>
        <p:spPr>
          <a:xfrm>
            <a:off x="-170" y="10"/>
            <a:ext cx="8450317" cy="6857990"/>
          </a:xfrm>
          <a:prstGeom prst="rect">
            <a:avLst/>
          </a:prstGeom>
        </p:spPr>
      </p:pic>
      <p:pic>
        <p:nvPicPr>
          <p:cNvPr id="7" name="图片 6" descr="蜗牛在地上&#10;&#10;中度可信度描述已自动生成">
            <a:extLst>
              <a:ext uri="{FF2B5EF4-FFF2-40B4-BE49-F238E27FC236}">
                <a16:creationId xmlns:a16="http://schemas.microsoft.com/office/drawing/2014/main" id="{DC46FF71-F2D7-E51A-C88A-24DAC1A523B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78" r="28085" b="-1"/>
          <a:stretch/>
        </p:blipFill>
        <p:spPr>
          <a:xfrm>
            <a:off x="6225997" y="-55854"/>
            <a:ext cx="5962785" cy="685800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1A75B02C-DD8E-6388-E3FC-B6A5FD7316AD}"/>
              </a:ext>
            </a:extLst>
          </p:cNvPr>
          <p:cNvSpPr/>
          <p:nvPr/>
        </p:nvSpPr>
        <p:spPr>
          <a:xfrm>
            <a:off x="550119" y="4742739"/>
            <a:ext cx="503214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zh-CN" altLang="en-US" sz="5400" b="1" kern="1200" cap="none" spc="0">
                <a:ln/>
                <a:solidFill>
                  <a:schemeClr val="accent4"/>
                </a:solidFill>
                <a:effectLst/>
                <a:latin typeface="BIZ UDPGothic" panose="020B0400000000000000" pitchFamily="34" charset="-128"/>
                <a:ea typeface="BIZ UDPGothic" panose="020B0400000000000000" pitchFamily="34" charset="-128"/>
                <a:cs typeface="+mj-cs"/>
              </a:rPr>
              <a:t>穿越时空的对话</a:t>
            </a:r>
            <a:endParaRPr lang="zh-CN" altLang="en-US" sz="5400" b="1" cap="none" spc="0">
              <a:ln/>
              <a:solidFill>
                <a:schemeClr val="accent4"/>
              </a:solidFill>
              <a:effectLst/>
              <a:latin typeface="BIZ UDPGothic" panose="020B0400000000000000" pitchFamily="34" charset="-128"/>
              <a:ea typeface="BIZ UDPGothic" panose="020B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66165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主题​​</vt:lpstr>
      <vt:lpstr>对话诗文高足杯</vt:lpstr>
      <vt:lpstr>相识</vt:lpstr>
      <vt:lpstr>PowerPoint Presentation</vt:lpstr>
      <vt:lpstr>PowerPoint Presentation</vt:lpstr>
      <vt:lpstr>文化的融合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happy tudou</dc:creator>
  <cp:revision>1</cp:revision>
  <dcterms:created xsi:type="dcterms:W3CDTF">2024-05-14T14:31:23Z</dcterms:created>
  <dcterms:modified xsi:type="dcterms:W3CDTF">2024-05-15T03:04:11Z</dcterms:modified>
</cp:coreProperties>
</file>